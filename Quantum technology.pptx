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gOw1LzHT/ZN3qcIA8h/Lkh05GL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a62345286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a62345286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a623452861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a623452861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a607fb1d44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3a607fb1d44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a607fb1d44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3a607fb1d44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af346c0ad3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g3af346c0ad3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af346c0ad3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3af346c0ad3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a607fb1d44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a607fb1d44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3a607fb1d44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showMasterSp="0">
  <p:cSld name="Cover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6"/>
          <p:cNvSpPr txBox="1"/>
          <p:nvPr>
            <p:ph type="ctrTitle"/>
          </p:nvPr>
        </p:nvSpPr>
        <p:spPr>
          <a:xfrm>
            <a:off x="341312" y="1700213"/>
            <a:ext cx="6669348" cy="254635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6"/>
          <p:cNvSpPr txBox="1"/>
          <p:nvPr>
            <p:ph idx="1" type="subTitle"/>
          </p:nvPr>
        </p:nvSpPr>
        <p:spPr>
          <a:xfrm>
            <a:off x="341312" y="5292139"/>
            <a:ext cx="4763222" cy="2990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8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6"/>
          <p:cNvSpPr txBox="1"/>
          <p:nvPr>
            <p:ph idx="2" type="body"/>
          </p:nvPr>
        </p:nvSpPr>
        <p:spPr>
          <a:xfrm>
            <a:off x="341312" y="5716803"/>
            <a:ext cx="4763222" cy="310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36"/>
          <p:cNvSpPr txBox="1"/>
          <p:nvPr>
            <p:ph idx="10" type="dt"/>
          </p:nvPr>
        </p:nvSpPr>
        <p:spPr>
          <a:xfrm>
            <a:off x="6149976" y="6874476"/>
            <a:ext cx="1820862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6"/>
          <p:cNvSpPr txBox="1"/>
          <p:nvPr>
            <p:ph idx="11" type="ftr"/>
          </p:nvPr>
        </p:nvSpPr>
        <p:spPr>
          <a:xfrm>
            <a:off x="345267" y="6874477"/>
            <a:ext cx="3751264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6"/>
          <p:cNvSpPr txBox="1"/>
          <p:nvPr>
            <p:ph idx="12" type="sldNum"/>
          </p:nvPr>
        </p:nvSpPr>
        <p:spPr>
          <a:xfrm>
            <a:off x="10991850" y="6874476"/>
            <a:ext cx="865188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" name="Google Shape;24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7176" y="340518"/>
            <a:ext cx="2059201" cy="512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Two columns"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7"/>
          <p:cNvSpPr txBox="1"/>
          <p:nvPr>
            <p:ph type="title"/>
          </p:nvPr>
        </p:nvSpPr>
        <p:spPr>
          <a:xfrm>
            <a:off x="341313" y="341313"/>
            <a:ext cx="6654517" cy="546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7"/>
          <p:cNvSpPr txBox="1"/>
          <p:nvPr>
            <p:ph idx="1" type="body"/>
          </p:nvPr>
        </p:nvSpPr>
        <p:spPr>
          <a:xfrm>
            <a:off x="341598" y="3028950"/>
            <a:ext cx="3744630" cy="3233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2222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7"/>
          <p:cNvSpPr txBox="1"/>
          <p:nvPr>
            <p:ph idx="2" type="body"/>
          </p:nvPr>
        </p:nvSpPr>
        <p:spPr>
          <a:xfrm>
            <a:off x="4219575" y="3028950"/>
            <a:ext cx="3744629" cy="3233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2222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37"/>
          <p:cNvSpPr txBox="1"/>
          <p:nvPr>
            <p:ph idx="10" type="dt"/>
          </p:nvPr>
        </p:nvSpPr>
        <p:spPr>
          <a:xfrm>
            <a:off x="4230190" y="6435511"/>
            <a:ext cx="832349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7"/>
          <p:cNvSpPr txBox="1"/>
          <p:nvPr>
            <p:ph idx="11" type="ftr"/>
          </p:nvPr>
        </p:nvSpPr>
        <p:spPr>
          <a:xfrm>
            <a:off x="6159499" y="6435511"/>
            <a:ext cx="3751264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7"/>
          <p:cNvSpPr txBox="1"/>
          <p:nvPr>
            <p:ph idx="12" type="sldNum"/>
          </p:nvPr>
        </p:nvSpPr>
        <p:spPr>
          <a:xfrm>
            <a:off x="10991850" y="6435511"/>
            <a:ext cx="865188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37"/>
          <p:cNvSpPr txBox="1"/>
          <p:nvPr>
            <p:ph idx="3" type="body"/>
          </p:nvPr>
        </p:nvSpPr>
        <p:spPr>
          <a:xfrm>
            <a:off x="347946" y="1012825"/>
            <a:ext cx="3744629" cy="1263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" showMasterSp="0">
  <p:cSld name="Title ">
    <p:bg>
      <p:bgPr>
        <a:solidFill>
          <a:schemeClr val="l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0"/>
          <p:cNvSpPr txBox="1"/>
          <p:nvPr>
            <p:ph type="ctrTitle"/>
          </p:nvPr>
        </p:nvSpPr>
        <p:spPr>
          <a:xfrm>
            <a:off x="341312" y="1700213"/>
            <a:ext cx="5691188" cy="25463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0"/>
          <p:cNvSpPr txBox="1"/>
          <p:nvPr>
            <p:ph idx="10" type="dt"/>
          </p:nvPr>
        </p:nvSpPr>
        <p:spPr>
          <a:xfrm>
            <a:off x="6149976" y="6881876"/>
            <a:ext cx="1820862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0"/>
          <p:cNvSpPr txBox="1"/>
          <p:nvPr>
            <p:ph idx="11" type="ftr"/>
          </p:nvPr>
        </p:nvSpPr>
        <p:spPr>
          <a:xfrm>
            <a:off x="345267" y="6881877"/>
            <a:ext cx="3751264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0"/>
          <p:cNvSpPr txBox="1"/>
          <p:nvPr>
            <p:ph idx="12" type="sldNum"/>
          </p:nvPr>
        </p:nvSpPr>
        <p:spPr>
          <a:xfrm>
            <a:off x="10991850" y="6881876"/>
            <a:ext cx="865188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50"/>
          <p:cNvSpPr/>
          <p:nvPr>
            <p:ph idx="2" type="pic"/>
          </p:nvPr>
        </p:nvSpPr>
        <p:spPr>
          <a:xfrm>
            <a:off x="7140575" y="0"/>
            <a:ext cx="5051423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50"/>
          <p:cNvSpPr txBox="1"/>
          <p:nvPr>
            <p:ph idx="1" type="subTitle"/>
          </p:nvPr>
        </p:nvSpPr>
        <p:spPr>
          <a:xfrm>
            <a:off x="341312" y="5292139"/>
            <a:ext cx="4763222" cy="2990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8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0" name="Google Shape;40;p50"/>
          <p:cNvSpPr txBox="1"/>
          <p:nvPr>
            <p:ph idx="3" type="body"/>
          </p:nvPr>
        </p:nvSpPr>
        <p:spPr>
          <a:xfrm>
            <a:off x="341312" y="5716803"/>
            <a:ext cx="4763222" cy="310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1" name="Google Shape;41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7176" y="340518"/>
            <a:ext cx="2059201" cy="512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1"/>
          <p:cNvSpPr txBox="1"/>
          <p:nvPr>
            <p:ph idx="1" type="body"/>
          </p:nvPr>
        </p:nvSpPr>
        <p:spPr>
          <a:xfrm>
            <a:off x="334961" y="1687513"/>
            <a:ext cx="849313" cy="4575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51"/>
          <p:cNvSpPr txBox="1"/>
          <p:nvPr>
            <p:ph idx="2" type="body"/>
          </p:nvPr>
        </p:nvSpPr>
        <p:spPr>
          <a:xfrm>
            <a:off x="1302326" y="1685925"/>
            <a:ext cx="3760211" cy="4587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51"/>
          <p:cNvSpPr txBox="1"/>
          <p:nvPr>
            <p:ph idx="3" type="body"/>
          </p:nvPr>
        </p:nvSpPr>
        <p:spPr>
          <a:xfrm>
            <a:off x="6149975" y="1685925"/>
            <a:ext cx="5699125" cy="4587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51"/>
          <p:cNvSpPr txBox="1"/>
          <p:nvPr>
            <p:ph type="title"/>
          </p:nvPr>
        </p:nvSpPr>
        <p:spPr>
          <a:xfrm>
            <a:off x="341313" y="341313"/>
            <a:ext cx="6658611" cy="5460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1"/>
          <p:cNvSpPr txBox="1"/>
          <p:nvPr>
            <p:ph idx="10" type="dt"/>
          </p:nvPr>
        </p:nvSpPr>
        <p:spPr>
          <a:xfrm>
            <a:off x="4230190" y="6435511"/>
            <a:ext cx="832349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1"/>
          <p:cNvSpPr txBox="1"/>
          <p:nvPr>
            <p:ph idx="11" type="ftr"/>
          </p:nvPr>
        </p:nvSpPr>
        <p:spPr>
          <a:xfrm>
            <a:off x="6159499" y="6435511"/>
            <a:ext cx="3751264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1"/>
          <p:cNvSpPr txBox="1"/>
          <p:nvPr>
            <p:ph idx="12" type="sldNum"/>
          </p:nvPr>
        </p:nvSpPr>
        <p:spPr>
          <a:xfrm>
            <a:off x="10991850" y="6435511"/>
            <a:ext cx="865188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divider" showMasterSp="0">
  <p:cSld name="Chapter divider">
    <p:bg>
      <p:bgPr>
        <a:solidFill>
          <a:schemeClr val="accen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2"/>
          <p:cNvSpPr txBox="1"/>
          <p:nvPr>
            <p:ph idx="10" type="dt"/>
          </p:nvPr>
        </p:nvSpPr>
        <p:spPr>
          <a:xfrm>
            <a:off x="6149976" y="6858000"/>
            <a:ext cx="1820862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2"/>
          <p:cNvSpPr txBox="1"/>
          <p:nvPr>
            <p:ph idx="11" type="ftr"/>
          </p:nvPr>
        </p:nvSpPr>
        <p:spPr>
          <a:xfrm>
            <a:off x="345267" y="6858001"/>
            <a:ext cx="3751264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2"/>
          <p:cNvSpPr txBox="1"/>
          <p:nvPr>
            <p:ph idx="12" type="sldNum"/>
          </p:nvPr>
        </p:nvSpPr>
        <p:spPr>
          <a:xfrm>
            <a:off x="10991850" y="6858000"/>
            <a:ext cx="865188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4" name="Google Shape;54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8421" y="319090"/>
            <a:ext cx="2059200" cy="51164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2"/>
          <p:cNvSpPr txBox="1"/>
          <p:nvPr>
            <p:ph idx="1" type="body"/>
          </p:nvPr>
        </p:nvSpPr>
        <p:spPr>
          <a:xfrm>
            <a:off x="320195" y="2357438"/>
            <a:ext cx="4742344" cy="1762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52"/>
          <p:cNvSpPr txBox="1"/>
          <p:nvPr>
            <p:ph idx="2" type="body"/>
          </p:nvPr>
        </p:nvSpPr>
        <p:spPr>
          <a:xfrm>
            <a:off x="339489" y="4894025"/>
            <a:ext cx="2843657" cy="1217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52"/>
          <p:cNvSpPr txBox="1"/>
          <p:nvPr>
            <p:ph type="title"/>
          </p:nvPr>
        </p:nvSpPr>
        <p:spPr>
          <a:xfrm>
            <a:off x="341313" y="341313"/>
            <a:ext cx="6677068" cy="18737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2"/>
          <p:cNvSpPr/>
          <p:nvPr/>
        </p:nvSpPr>
        <p:spPr>
          <a:xfrm>
            <a:off x="11521018" y="343854"/>
            <a:ext cx="330781" cy="425290"/>
          </a:xfrm>
          <a:custGeom>
            <a:rect b="b" l="l" r="r" t="t"/>
            <a:pathLst>
              <a:path extrusionOk="0" h="425290" w="318967">
                <a:moveTo>
                  <a:pt x="288666" y="169584"/>
                </a:moveTo>
                <a:lnTo>
                  <a:pt x="159484" y="0"/>
                </a:lnTo>
                <a:lnTo>
                  <a:pt x="30302" y="169584"/>
                </a:lnTo>
                <a:cubicBezTo>
                  <a:pt x="8506" y="198291"/>
                  <a:pt x="0" y="223277"/>
                  <a:pt x="0" y="250389"/>
                </a:cubicBezTo>
                <a:cubicBezTo>
                  <a:pt x="0" y="291855"/>
                  <a:pt x="20733" y="329068"/>
                  <a:pt x="57946" y="355117"/>
                </a:cubicBezTo>
                <a:lnTo>
                  <a:pt x="159484" y="425290"/>
                </a:lnTo>
                <a:lnTo>
                  <a:pt x="261022" y="355117"/>
                </a:lnTo>
                <a:cubicBezTo>
                  <a:pt x="298235" y="329068"/>
                  <a:pt x="318968" y="291855"/>
                  <a:pt x="318968" y="250389"/>
                </a:cubicBezTo>
                <a:cubicBezTo>
                  <a:pt x="318968" y="223277"/>
                  <a:pt x="310462" y="198291"/>
                  <a:pt x="288666" y="169584"/>
                </a:cubicBezTo>
                <a:close/>
                <a:moveTo>
                  <a:pt x="138751" y="348206"/>
                </a:moveTo>
                <a:lnTo>
                  <a:pt x="138751" y="373192"/>
                </a:lnTo>
                <a:lnTo>
                  <a:pt x="76553" y="330663"/>
                </a:lnTo>
                <a:cubicBezTo>
                  <a:pt x="47313" y="310993"/>
                  <a:pt x="30834" y="281755"/>
                  <a:pt x="30834" y="251984"/>
                </a:cubicBezTo>
                <a:cubicBezTo>
                  <a:pt x="30834" y="236568"/>
                  <a:pt x="35086" y="221682"/>
                  <a:pt x="42529" y="207860"/>
                </a:cubicBezTo>
                <a:cubicBezTo>
                  <a:pt x="45719" y="216898"/>
                  <a:pt x="51035" y="225935"/>
                  <a:pt x="62730" y="239226"/>
                </a:cubicBezTo>
                <a:lnTo>
                  <a:pt x="128651" y="312588"/>
                </a:lnTo>
                <a:cubicBezTo>
                  <a:pt x="139283" y="324815"/>
                  <a:pt x="138751" y="332258"/>
                  <a:pt x="138751" y="348206"/>
                </a:cubicBezTo>
                <a:close/>
                <a:moveTo>
                  <a:pt x="89843" y="223277"/>
                </a:moveTo>
                <a:cubicBezTo>
                  <a:pt x="73363" y="205202"/>
                  <a:pt x="70173" y="195102"/>
                  <a:pt x="70173" y="184470"/>
                </a:cubicBezTo>
                <a:cubicBezTo>
                  <a:pt x="70173" y="173837"/>
                  <a:pt x="72300" y="165331"/>
                  <a:pt x="85058" y="148852"/>
                </a:cubicBezTo>
                <a:lnTo>
                  <a:pt x="159484" y="52098"/>
                </a:lnTo>
                <a:lnTo>
                  <a:pt x="233910" y="148852"/>
                </a:lnTo>
                <a:cubicBezTo>
                  <a:pt x="246137" y="165331"/>
                  <a:pt x="248795" y="174369"/>
                  <a:pt x="248795" y="184470"/>
                </a:cubicBezTo>
                <a:cubicBezTo>
                  <a:pt x="248795" y="195102"/>
                  <a:pt x="245605" y="205202"/>
                  <a:pt x="229125" y="223277"/>
                </a:cubicBezTo>
                <a:lnTo>
                  <a:pt x="159484" y="300893"/>
                </a:lnTo>
                <a:lnTo>
                  <a:pt x="89843" y="223277"/>
                </a:lnTo>
                <a:close/>
                <a:moveTo>
                  <a:pt x="242416" y="330663"/>
                </a:moveTo>
                <a:lnTo>
                  <a:pt x="180216" y="373192"/>
                </a:lnTo>
                <a:lnTo>
                  <a:pt x="180216" y="348206"/>
                </a:lnTo>
                <a:cubicBezTo>
                  <a:pt x="180216" y="332258"/>
                  <a:pt x="179685" y="324815"/>
                  <a:pt x="190318" y="312588"/>
                </a:cubicBezTo>
                <a:lnTo>
                  <a:pt x="256237" y="239226"/>
                </a:lnTo>
                <a:cubicBezTo>
                  <a:pt x="267933" y="225935"/>
                  <a:pt x="273248" y="216898"/>
                  <a:pt x="276439" y="207860"/>
                </a:cubicBezTo>
                <a:cubicBezTo>
                  <a:pt x="283881" y="221682"/>
                  <a:pt x="288133" y="236568"/>
                  <a:pt x="288133" y="251984"/>
                </a:cubicBezTo>
                <a:cubicBezTo>
                  <a:pt x="288133" y="281755"/>
                  <a:pt x="271654" y="310993"/>
                  <a:pt x="242416" y="33066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" showMasterSp="0">
  <p:cSld name="Section divider">
    <p:bg>
      <p:bgPr>
        <a:solidFill>
          <a:schemeClr val="accent3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3"/>
          <p:cNvSpPr txBox="1"/>
          <p:nvPr>
            <p:ph type="title"/>
          </p:nvPr>
        </p:nvSpPr>
        <p:spPr>
          <a:xfrm>
            <a:off x="332171" y="1704542"/>
            <a:ext cx="5700329" cy="1870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3"/>
          <p:cNvSpPr txBox="1"/>
          <p:nvPr>
            <p:ph idx="1" type="body"/>
          </p:nvPr>
        </p:nvSpPr>
        <p:spPr>
          <a:xfrm>
            <a:off x="341313" y="341313"/>
            <a:ext cx="2792030" cy="502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53"/>
          <p:cNvSpPr txBox="1"/>
          <p:nvPr>
            <p:ph idx="10" type="dt"/>
          </p:nvPr>
        </p:nvSpPr>
        <p:spPr>
          <a:xfrm>
            <a:off x="6149976" y="6858000"/>
            <a:ext cx="1820862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3"/>
          <p:cNvSpPr txBox="1"/>
          <p:nvPr>
            <p:ph idx="11" type="ftr"/>
          </p:nvPr>
        </p:nvSpPr>
        <p:spPr>
          <a:xfrm>
            <a:off x="345267" y="6858001"/>
            <a:ext cx="3751264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3"/>
          <p:cNvSpPr txBox="1"/>
          <p:nvPr>
            <p:ph idx="12" type="sldNum"/>
          </p:nvPr>
        </p:nvSpPr>
        <p:spPr>
          <a:xfrm>
            <a:off x="10991850" y="6858000"/>
            <a:ext cx="865188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53"/>
          <p:cNvSpPr txBox="1"/>
          <p:nvPr>
            <p:ph idx="2" type="body"/>
          </p:nvPr>
        </p:nvSpPr>
        <p:spPr>
          <a:xfrm>
            <a:off x="7140575" y="1700213"/>
            <a:ext cx="4716462" cy="3026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53"/>
          <p:cNvSpPr/>
          <p:nvPr/>
        </p:nvSpPr>
        <p:spPr>
          <a:xfrm>
            <a:off x="11521018" y="343854"/>
            <a:ext cx="330781" cy="425290"/>
          </a:xfrm>
          <a:custGeom>
            <a:rect b="b" l="l" r="r" t="t"/>
            <a:pathLst>
              <a:path extrusionOk="0" h="425290" w="318967">
                <a:moveTo>
                  <a:pt x="288666" y="169584"/>
                </a:moveTo>
                <a:lnTo>
                  <a:pt x="159484" y="0"/>
                </a:lnTo>
                <a:lnTo>
                  <a:pt x="30302" y="169584"/>
                </a:lnTo>
                <a:cubicBezTo>
                  <a:pt x="8506" y="198291"/>
                  <a:pt x="0" y="223277"/>
                  <a:pt x="0" y="250389"/>
                </a:cubicBezTo>
                <a:cubicBezTo>
                  <a:pt x="0" y="291855"/>
                  <a:pt x="20733" y="329068"/>
                  <a:pt x="57946" y="355117"/>
                </a:cubicBezTo>
                <a:lnTo>
                  <a:pt x="159484" y="425290"/>
                </a:lnTo>
                <a:lnTo>
                  <a:pt x="261022" y="355117"/>
                </a:lnTo>
                <a:cubicBezTo>
                  <a:pt x="298235" y="329068"/>
                  <a:pt x="318968" y="291855"/>
                  <a:pt x="318968" y="250389"/>
                </a:cubicBezTo>
                <a:cubicBezTo>
                  <a:pt x="318968" y="223277"/>
                  <a:pt x="310462" y="198291"/>
                  <a:pt x="288666" y="169584"/>
                </a:cubicBezTo>
                <a:close/>
                <a:moveTo>
                  <a:pt x="138751" y="348206"/>
                </a:moveTo>
                <a:lnTo>
                  <a:pt x="138751" y="373192"/>
                </a:lnTo>
                <a:lnTo>
                  <a:pt x="76553" y="330663"/>
                </a:lnTo>
                <a:cubicBezTo>
                  <a:pt x="47313" y="310993"/>
                  <a:pt x="30834" y="281755"/>
                  <a:pt x="30834" y="251984"/>
                </a:cubicBezTo>
                <a:cubicBezTo>
                  <a:pt x="30834" y="236568"/>
                  <a:pt x="35086" y="221682"/>
                  <a:pt x="42529" y="207860"/>
                </a:cubicBezTo>
                <a:cubicBezTo>
                  <a:pt x="45719" y="216898"/>
                  <a:pt x="51035" y="225935"/>
                  <a:pt x="62730" y="239226"/>
                </a:cubicBezTo>
                <a:lnTo>
                  <a:pt x="128651" y="312588"/>
                </a:lnTo>
                <a:cubicBezTo>
                  <a:pt x="139283" y="324815"/>
                  <a:pt x="138751" y="332258"/>
                  <a:pt x="138751" y="348206"/>
                </a:cubicBezTo>
                <a:close/>
                <a:moveTo>
                  <a:pt x="89843" y="223277"/>
                </a:moveTo>
                <a:cubicBezTo>
                  <a:pt x="73363" y="205202"/>
                  <a:pt x="70173" y="195102"/>
                  <a:pt x="70173" y="184470"/>
                </a:cubicBezTo>
                <a:cubicBezTo>
                  <a:pt x="70173" y="173837"/>
                  <a:pt x="72300" y="165331"/>
                  <a:pt x="85058" y="148852"/>
                </a:cubicBezTo>
                <a:lnTo>
                  <a:pt x="159484" y="52098"/>
                </a:lnTo>
                <a:lnTo>
                  <a:pt x="233910" y="148852"/>
                </a:lnTo>
                <a:cubicBezTo>
                  <a:pt x="246137" y="165331"/>
                  <a:pt x="248795" y="174369"/>
                  <a:pt x="248795" y="184470"/>
                </a:cubicBezTo>
                <a:cubicBezTo>
                  <a:pt x="248795" y="195102"/>
                  <a:pt x="245605" y="205202"/>
                  <a:pt x="229125" y="223277"/>
                </a:cubicBezTo>
                <a:lnTo>
                  <a:pt x="159484" y="300893"/>
                </a:lnTo>
                <a:lnTo>
                  <a:pt x="89843" y="223277"/>
                </a:lnTo>
                <a:close/>
                <a:moveTo>
                  <a:pt x="242416" y="330663"/>
                </a:moveTo>
                <a:lnTo>
                  <a:pt x="180216" y="373192"/>
                </a:lnTo>
                <a:lnTo>
                  <a:pt x="180216" y="348206"/>
                </a:lnTo>
                <a:cubicBezTo>
                  <a:pt x="180216" y="332258"/>
                  <a:pt x="179685" y="324815"/>
                  <a:pt x="190318" y="312588"/>
                </a:cubicBezTo>
                <a:lnTo>
                  <a:pt x="256237" y="239226"/>
                </a:lnTo>
                <a:cubicBezTo>
                  <a:pt x="267933" y="225935"/>
                  <a:pt x="273248" y="216898"/>
                  <a:pt x="276439" y="207860"/>
                </a:cubicBezTo>
                <a:cubicBezTo>
                  <a:pt x="283881" y="221682"/>
                  <a:pt x="288133" y="236568"/>
                  <a:pt x="288133" y="251984"/>
                </a:cubicBezTo>
                <a:cubicBezTo>
                  <a:pt x="288133" y="281755"/>
                  <a:pt x="271654" y="310993"/>
                  <a:pt x="242416" y="33066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with image" showMasterSp="0">
  <p:cSld name="Section divider with image">
    <p:bg>
      <p:bgPr>
        <a:solidFill>
          <a:schemeClr val="accent3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4"/>
          <p:cNvSpPr/>
          <p:nvPr>
            <p:ph idx="2" type="pic"/>
          </p:nvPr>
        </p:nvSpPr>
        <p:spPr>
          <a:xfrm>
            <a:off x="7140576" y="0"/>
            <a:ext cx="5051424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54"/>
          <p:cNvSpPr txBox="1"/>
          <p:nvPr>
            <p:ph idx="10" type="dt"/>
          </p:nvPr>
        </p:nvSpPr>
        <p:spPr>
          <a:xfrm>
            <a:off x="6149976" y="6858000"/>
            <a:ext cx="1820862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4"/>
          <p:cNvSpPr txBox="1"/>
          <p:nvPr>
            <p:ph idx="11" type="ftr"/>
          </p:nvPr>
        </p:nvSpPr>
        <p:spPr>
          <a:xfrm>
            <a:off x="345267" y="6858001"/>
            <a:ext cx="3751264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4"/>
          <p:cNvSpPr txBox="1"/>
          <p:nvPr>
            <p:ph idx="12" type="sldNum"/>
          </p:nvPr>
        </p:nvSpPr>
        <p:spPr>
          <a:xfrm>
            <a:off x="10991850" y="6858000"/>
            <a:ext cx="865188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54"/>
          <p:cNvSpPr txBox="1"/>
          <p:nvPr>
            <p:ph type="title"/>
          </p:nvPr>
        </p:nvSpPr>
        <p:spPr>
          <a:xfrm>
            <a:off x="332171" y="1704542"/>
            <a:ext cx="5700329" cy="1870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4"/>
          <p:cNvSpPr txBox="1"/>
          <p:nvPr>
            <p:ph idx="1" type="body"/>
          </p:nvPr>
        </p:nvSpPr>
        <p:spPr>
          <a:xfrm>
            <a:off x="341313" y="341313"/>
            <a:ext cx="2792030" cy="502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 showMasterSp="0">
  <p:cSld name="Quote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5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76" name="Google Shape;76;p55"/>
          <p:cNvSpPr txBox="1"/>
          <p:nvPr>
            <p:ph type="title"/>
          </p:nvPr>
        </p:nvSpPr>
        <p:spPr>
          <a:xfrm>
            <a:off x="341313" y="341313"/>
            <a:ext cx="6659880" cy="188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5"/>
          <p:cNvSpPr txBox="1"/>
          <p:nvPr>
            <p:ph idx="1" type="body"/>
          </p:nvPr>
        </p:nvSpPr>
        <p:spPr>
          <a:xfrm>
            <a:off x="347663" y="3028950"/>
            <a:ext cx="3744629" cy="1216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55"/>
          <p:cNvSpPr txBox="1"/>
          <p:nvPr>
            <p:ph idx="10" type="dt"/>
          </p:nvPr>
        </p:nvSpPr>
        <p:spPr>
          <a:xfrm>
            <a:off x="6149976" y="6858000"/>
            <a:ext cx="1820862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5"/>
          <p:cNvSpPr txBox="1"/>
          <p:nvPr>
            <p:ph idx="11" type="ftr"/>
          </p:nvPr>
        </p:nvSpPr>
        <p:spPr>
          <a:xfrm>
            <a:off x="345267" y="6858001"/>
            <a:ext cx="3751264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5"/>
          <p:cNvSpPr txBox="1"/>
          <p:nvPr>
            <p:ph idx="12" type="sldNum"/>
          </p:nvPr>
        </p:nvSpPr>
        <p:spPr>
          <a:xfrm>
            <a:off x="10991850" y="6858000"/>
            <a:ext cx="865188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55"/>
          <p:cNvSpPr txBox="1"/>
          <p:nvPr>
            <p:ph idx="3" type="body"/>
          </p:nvPr>
        </p:nvSpPr>
        <p:spPr>
          <a:xfrm>
            <a:off x="11521017" y="343854"/>
            <a:ext cx="330781" cy="42529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2200000"/>
              </a:lnSpc>
              <a:spcBef>
                <a:spcPts val="1200"/>
              </a:spcBef>
              <a:spcAft>
                <a:spcPts val="0"/>
              </a:spcAft>
              <a:buSzPts val="100"/>
              <a:buNone/>
              <a:defRPr sz="100"/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Blue lotus" showMasterSp="0">
  <p:cSld name="Quote - Blue lotu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6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4" name="Google Shape;84;p56"/>
          <p:cNvSpPr txBox="1"/>
          <p:nvPr>
            <p:ph type="title"/>
          </p:nvPr>
        </p:nvSpPr>
        <p:spPr>
          <a:xfrm>
            <a:off x="341313" y="341313"/>
            <a:ext cx="6659880" cy="188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6"/>
          <p:cNvSpPr txBox="1"/>
          <p:nvPr>
            <p:ph idx="1" type="body"/>
          </p:nvPr>
        </p:nvSpPr>
        <p:spPr>
          <a:xfrm>
            <a:off x="347663" y="3028950"/>
            <a:ext cx="3744629" cy="1216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56"/>
          <p:cNvSpPr txBox="1"/>
          <p:nvPr>
            <p:ph idx="10" type="dt"/>
          </p:nvPr>
        </p:nvSpPr>
        <p:spPr>
          <a:xfrm>
            <a:off x="6149976" y="6858000"/>
            <a:ext cx="1820862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56"/>
          <p:cNvSpPr txBox="1"/>
          <p:nvPr>
            <p:ph idx="11" type="ftr"/>
          </p:nvPr>
        </p:nvSpPr>
        <p:spPr>
          <a:xfrm>
            <a:off x="345267" y="6858001"/>
            <a:ext cx="3751264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56"/>
          <p:cNvSpPr txBox="1"/>
          <p:nvPr>
            <p:ph idx="12" type="sldNum"/>
          </p:nvPr>
        </p:nvSpPr>
        <p:spPr>
          <a:xfrm>
            <a:off x="10991850" y="6858000"/>
            <a:ext cx="865188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56"/>
          <p:cNvSpPr txBox="1"/>
          <p:nvPr>
            <p:ph idx="3" type="body"/>
          </p:nvPr>
        </p:nvSpPr>
        <p:spPr>
          <a:xfrm>
            <a:off x="11523398" y="343854"/>
            <a:ext cx="330781" cy="42529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2200000"/>
              </a:lnSpc>
              <a:spcBef>
                <a:spcPts val="1200"/>
              </a:spcBef>
              <a:spcAft>
                <a:spcPts val="0"/>
              </a:spcAft>
              <a:buSzPts val="100"/>
              <a:buNone/>
              <a:defRPr sz="100"/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7"/>
          <p:cNvSpPr txBox="1"/>
          <p:nvPr>
            <p:ph type="title"/>
          </p:nvPr>
        </p:nvSpPr>
        <p:spPr>
          <a:xfrm>
            <a:off x="341313" y="341313"/>
            <a:ext cx="6659880" cy="546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7"/>
          <p:cNvSpPr txBox="1"/>
          <p:nvPr>
            <p:ph idx="1" type="body"/>
          </p:nvPr>
        </p:nvSpPr>
        <p:spPr>
          <a:xfrm>
            <a:off x="341313" y="1700213"/>
            <a:ext cx="11507787" cy="456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2222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57"/>
          <p:cNvSpPr txBox="1"/>
          <p:nvPr>
            <p:ph idx="10" type="dt"/>
          </p:nvPr>
        </p:nvSpPr>
        <p:spPr>
          <a:xfrm>
            <a:off x="4230190" y="6435511"/>
            <a:ext cx="832349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57"/>
          <p:cNvSpPr txBox="1"/>
          <p:nvPr>
            <p:ph idx="11" type="ftr"/>
          </p:nvPr>
        </p:nvSpPr>
        <p:spPr>
          <a:xfrm>
            <a:off x="6159499" y="6435511"/>
            <a:ext cx="3751264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57"/>
          <p:cNvSpPr txBox="1"/>
          <p:nvPr>
            <p:ph idx="12" type="sldNum"/>
          </p:nvPr>
        </p:nvSpPr>
        <p:spPr>
          <a:xfrm>
            <a:off x="10991850" y="6435511"/>
            <a:ext cx="865188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point slide with content" showMasterSp="0">
  <p:cSld name="Bulletpoint slide with conten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8"/>
          <p:cNvSpPr txBox="1"/>
          <p:nvPr>
            <p:ph type="title"/>
          </p:nvPr>
        </p:nvSpPr>
        <p:spPr>
          <a:xfrm>
            <a:off x="341313" y="341313"/>
            <a:ext cx="4730369" cy="546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8"/>
          <p:cNvSpPr txBox="1"/>
          <p:nvPr>
            <p:ph idx="1" type="body"/>
          </p:nvPr>
        </p:nvSpPr>
        <p:spPr>
          <a:xfrm>
            <a:off x="347946" y="1012825"/>
            <a:ext cx="3744629" cy="1263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58"/>
          <p:cNvSpPr txBox="1"/>
          <p:nvPr>
            <p:ph idx="2" type="body"/>
          </p:nvPr>
        </p:nvSpPr>
        <p:spPr>
          <a:xfrm>
            <a:off x="6157913" y="341313"/>
            <a:ext cx="5686141" cy="5921375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216000">
            <a:normAutofit/>
          </a:bodyPr>
          <a:lstStyle>
            <a:lvl1pPr indent="-304800" lvl="0" marL="457200" algn="l">
              <a:lnSpc>
                <a:spcPct val="183333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 sz="1200">
                <a:solidFill>
                  <a:srgbClr val="000000"/>
                </a:solidFill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58"/>
          <p:cNvSpPr txBox="1"/>
          <p:nvPr/>
        </p:nvSpPr>
        <p:spPr>
          <a:xfrm>
            <a:off x="332169" y="6435512"/>
            <a:ext cx="2567442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05055"/>
                </a:solidFill>
                <a:latin typeface="Arial"/>
                <a:ea typeface="Arial"/>
                <a:cs typeface="Arial"/>
                <a:sym typeface="Arial"/>
              </a:rPr>
              <a:t>© Bangkok Bank</a:t>
            </a:r>
            <a:endParaRPr sz="1000">
              <a:solidFill>
                <a:srgbClr val="5050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8"/>
          <p:cNvSpPr txBox="1"/>
          <p:nvPr>
            <p:ph idx="10" type="dt"/>
          </p:nvPr>
        </p:nvSpPr>
        <p:spPr>
          <a:xfrm>
            <a:off x="4230190" y="6435511"/>
            <a:ext cx="832349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58"/>
          <p:cNvSpPr txBox="1"/>
          <p:nvPr>
            <p:ph idx="11" type="ftr"/>
          </p:nvPr>
        </p:nvSpPr>
        <p:spPr>
          <a:xfrm>
            <a:off x="6159499" y="6435511"/>
            <a:ext cx="3751264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58"/>
          <p:cNvSpPr txBox="1"/>
          <p:nvPr>
            <p:ph idx="12" type="sldNum"/>
          </p:nvPr>
        </p:nvSpPr>
        <p:spPr>
          <a:xfrm>
            <a:off x="10991850" y="6435511"/>
            <a:ext cx="865188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" name="Google Shape;104;p58"/>
          <p:cNvSpPr txBox="1"/>
          <p:nvPr>
            <p:ph idx="3" type="body"/>
          </p:nvPr>
        </p:nvSpPr>
        <p:spPr>
          <a:xfrm>
            <a:off x="341598" y="3028950"/>
            <a:ext cx="3744630" cy="3233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2222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">
  <p:cSld name="Three column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9"/>
          <p:cNvSpPr txBox="1"/>
          <p:nvPr>
            <p:ph type="title"/>
          </p:nvPr>
        </p:nvSpPr>
        <p:spPr>
          <a:xfrm>
            <a:off x="342581" y="341313"/>
            <a:ext cx="6658611" cy="546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59"/>
          <p:cNvSpPr txBox="1"/>
          <p:nvPr>
            <p:ph idx="1" type="body"/>
          </p:nvPr>
        </p:nvSpPr>
        <p:spPr>
          <a:xfrm>
            <a:off x="341313" y="1700213"/>
            <a:ext cx="375126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8" name="Google Shape;108;p59"/>
          <p:cNvSpPr txBox="1"/>
          <p:nvPr>
            <p:ph idx="2" type="body"/>
          </p:nvPr>
        </p:nvSpPr>
        <p:spPr>
          <a:xfrm>
            <a:off x="347886" y="2357438"/>
            <a:ext cx="3751261" cy="3233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59"/>
          <p:cNvSpPr txBox="1"/>
          <p:nvPr>
            <p:ph idx="3" type="body"/>
          </p:nvPr>
        </p:nvSpPr>
        <p:spPr>
          <a:xfrm>
            <a:off x="4219575" y="1700213"/>
            <a:ext cx="375126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0" name="Google Shape;110;p59"/>
          <p:cNvSpPr txBox="1"/>
          <p:nvPr>
            <p:ph idx="4" type="body"/>
          </p:nvPr>
        </p:nvSpPr>
        <p:spPr>
          <a:xfrm>
            <a:off x="4219574" y="2357438"/>
            <a:ext cx="3750579" cy="3233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59"/>
          <p:cNvSpPr txBox="1"/>
          <p:nvPr>
            <p:ph idx="5" type="body"/>
          </p:nvPr>
        </p:nvSpPr>
        <p:spPr>
          <a:xfrm>
            <a:off x="8096346" y="1700213"/>
            <a:ext cx="375275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2" name="Google Shape;112;p59"/>
          <p:cNvSpPr txBox="1"/>
          <p:nvPr>
            <p:ph idx="6" type="body"/>
          </p:nvPr>
        </p:nvSpPr>
        <p:spPr>
          <a:xfrm>
            <a:off x="8098007" y="2357438"/>
            <a:ext cx="3751264" cy="3233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59"/>
          <p:cNvSpPr/>
          <p:nvPr>
            <p:ph idx="7" type="body"/>
          </p:nvPr>
        </p:nvSpPr>
        <p:spPr>
          <a:xfrm>
            <a:off x="330740" y="1514740"/>
            <a:ext cx="3765600" cy="45719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"/>
              <a:buNone/>
              <a:defRPr sz="2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59"/>
          <p:cNvSpPr/>
          <p:nvPr>
            <p:ph idx="8" type="body"/>
          </p:nvPr>
        </p:nvSpPr>
        <p:spPr>
          <a:xfrm>
            <a:off x="4212075" y="1514740"/>
            <a:ext cx="3765600" cy="45719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"/>
              <a:buNone/>
              <a:defRPr sz="2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59"/>
          <p:cNvSpPr/>
          <p:nvPr>
            <p:ph idx="9" type="body"/>
          </p:nvPr>
        </p:nvSpPr>
        <p:spPr>
          <a:xfrm>
            <a:off x="8090337" y="1514688"/>
            <a:ext cx="3758763" cy="45823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"/>
              <a:buNone/>
              <a:defRPr sz="2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59"/>
          <p:cNvSpPr txBox="1"/>
          <p:nvPr>
            <p:ph idx="10" type="dt"/>
          </p:nvPr>
        </p:nvSpPr>
        <p:spPr>
          <a:xfrm>
            <a:off x="4230190" y="6435511"/>
            <a:ext cx="832349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59"/>
          <p:cNvSpPr txBox="1"/>
          <p:nvPr>
            <p:ph idx="11" type="ftr"/>
          </p:nvPr>
        </p:nvSpPr>
        <p:spPr>
          <a:xfrm>
            <a:off x="6159499" y="6435511"/>
            <a:ext cx="3751264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59"/>
          <p:cNvSpPr txBox="1"/>
          <p:nvPr>
            <p:ph idx="12" type="sldNum"/>
          </p:nvPr>
        </p:nvSpPr>
        <p:spPr>
          <a:xfrm>
            <a:off x="10991850" y="6435511"/>
            <a:ext cx="865188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 with fotnot/data source">
  <p:cSld name="Four column with fotnot/data source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0"/>
          <p:cNvSpPr txBox="1"/>
          <p:nvPr>
            <p:ph type="title"/>
          </p:nvPr>
        </p:nvSpPr>
        <p:spPr>
          <a:xfrm>
            <a:off x="342581" y="341313"/>
            <a:ext cx="6658611" cy="546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60"/>
          <p:cNvSpPr txBox="1"/>
          <p:nvPr>
            <p:ph idx="1" type="body"/>
          </p:nvPr>
        </p:nvSpPr>
        <p:spPr>
          <a:xfrm>
            <a:off x="341314" y="1700213"/>
            <a:ext cx="277631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p60"/>
          <p:cNvSpPr txBox="1"/>
          <p:nvPr>
            <p:ph idx="2" type="body"/>
          </p:nvPr>
        </p:nvSpPr>
        <p:spPr>
          <a:xfrm>
            <a:off x="347887" y="2357438"/>
            <a:ext cx="2776314" cy="2562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60"/>
          <p:cNvSpPr/>
          <p:nvPr>
            <p:ph idx="3" type="body"/>
          </p:nvPr>
        </p:nvSpPr>
        <p:spPr>
          <a:xfrm>
            <a:off x="330740" y="1514740"/>
            <a:ext cx="2786926" cy="45719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"/>
              <a:buNone/>
              <a:defRPr sz="2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60"/>
          <p:cNvSpPr txBox="1"/>
          <p:nvPr>
            <p:ph idx="4" type="body"/>
          </p:nvPr>
        </p:nvSpPr>
        <p:spPr>
          <a:xfrm>
            <a:off x="3246282" y="1700213"/>
            <a:ext cx="277631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5" name="Google Shape;125;p60"/>
          <p:cNvSpPr txBox="1"/>
          <p:nvPr>
            <p:ph idx="5" type="body"/>
          </p:nvPr>
        </p:nvSpPr>
        <p:spPr>
          <a:xfrm>
            <a:off x="3252855" y="2357438"/>
            <a:ext cx="2776314" cy="2562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60"/>
          <p:cNvSpPr/>
          <p:nvPr>
            <p:ph idx="6" type="body"/>
          </p:nvPr>
        </p:nvSpPr>
        <p:spPr>
          <a:xfrm>
            <a:off x="3235708" y="1514740"/>
            <a:ext cx="2786926" cy="45719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"/>
              <a:buNone/>
              <a:defRPr sz="2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60"/>
          <p:cNvSpPr txBox="1"/>
          <p:nvPr>
            <p:ph idx="7" type="body"/>
          </p:nvPr>
        </p:nvSpPr>
        <p:spPr>
          <a:xfrm>
            <a:off x="6154197" y="1700213"/>
            <a:ext cx="277631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8" name="Google Shape;128;p60"/>
          <p:cNvSpPr txBox="1"/>
          <p:nvPr>
            <p:ph idx="8" type="body"/>
          </p:nvPr>
        </p:nvSpPr>
        <p:spPr>
          <a:xfrm>
            <a:off x="6160770" y="2357438"/>
            <a:ext cx="2776314" cy="2562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60"/>
          <p:cNvSpPr/>
          <p:nvPr>
            <p:ph idx="9" type="body"/>
          </p:nvPr>
        </p:nvSpPr>
        <p:spPr>
          <a:xfrm>
            <a:off x="6143623" y="1514740"/>
            <a:ext cx="2786926" cy="45719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"/>
              <a:buNone/>
              <a:defRPr sz="2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60"/>
          <p:cNvSpPr txBox="1"/>
          <p:nvPr>
            <p:ph idx="13" type="body"/>
          </p:nvPr>
        </p:nvSpPr>
        <p:spPr>
          <a:xfrm>
            <a:off x="9063139" y="1700213"/>
            <a:ext cx="277631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1" name="Google Shape;131;p60"/>
          <p:cNvSpPr txBox="1"/>
          <p:nvPr>
            <p:ph idx="14" type="body"/>
          </p:nvPr>
        </p:nvSpPr>
        <p:spPr>
          <a:xfrm>
            <a:off x="9069712" y="2357438"/>
            <a:ext cx="2776314" cy="2562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60"/>
          <p:cNvSpPr/>
          <p:nvPr>
            <p:ph idx="15" type="body"/>
          </p:nvPr>
        </p:nvSpPr>
        <p:spPr>
          <a:xfrm>
            <a:off x="9052565" y="1514740"/>
            <a:ext cx="2786926" cy="45719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"/>
              <a:buNone/>
              <a:defRPr sz="2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60"/>
          <p:cNvSpPr txBox="1"/>
          <p:nvPr>
            <p:ph idx="16" type="body"/>
          </p:nvPr>
        </p:nvSpPr>
        <p:spPr>
          <a:xfrm>
            <a:off x="347886" y="5716588"/>
            <a:ext cx="2776314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83333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60"/>
          <p:cNvSpPr txBox="1"/>
          <p:nvPr>
            <p:ph idx="17" type="body"/>
          </p:nvPr>
        </p:nvSpPr>
        <p:spPr>
          <a:xfrm>
            <a:off x="3251374" y="5716588"/>
            <a:ext cx="2776314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83333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p60"/>
          <p:cNvSpPr txBox="1"/>
          <p:nvPr>
            <p:ph idx="18" type="body"/>
          </p:nvPr>
        </p:nvSpPr>
        <p:spPr>
          <a:xfrm>
            <a:off x="6161820" y="5716588"/>
            <a:ext cx="2776314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83333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60"/>
          <p:cNvSpPr txBox="1"/>
          <p:nvPr>
            <p:ph idx="19" type="body"/>
          </p:nvPr>
        </p:nvSpPr>
        <p:spPr>
          <a:xfrm>
            <a:off x="9070305" y="5716588"/>
            <a:ext cx="2776314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83333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60"/>
          <p:cNvSpPr txBox="1"/>
          <p:nvPr>
            <p:ph idx="10" type="dt"/>
          </p:nvPr>
        </p:nvSpPr>
        <p:spPr>
          <a:xfrm>
            <a:off x="4230190" y="6435511"/>
            <a:ext cx="832349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60"/>
          <p:cNvSpPr txBox="1"/>
          <p:nvPr>
            <p:ph idx="11" type="ftr"/>
          </p:nvPr>
        </p:nvSpPr>
        <p:spPr>
          <a:xfrm>
            <a:off x="6159499" y="6435511"/>
            <a:ext cx="3751264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60"/>
          <p:cNvSpPr txBox="1"/>
          <p:nvPr>
            <p:ph idx="12" type="sldNum"/>
          </p:nvPr>
        </p:nvSpPr>
        <p:spPr>
          <a:xfrm>
            <a:off x="10991850" y="6435511"/>
            <a:ext cx="865188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point slide with image" showMasterSp="0">
  <p:cSld name="Bulletpoint slide with image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1"/>
          <p:cNvSpPr txBox="1"/>
          <p:nvPr>
            <p:ph type="title"/>
          </p:nvPr>
        </p:nvSpPr>
        <p:spPr>
          <a:xfrm>
            <a:off x="341313" y="341313"/>
            <a:ext cx="4730369" cy="546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61"/>
          <p:cNvSpPr/>
          <p:nvPr>
            <p:ph idx="2" type="pic"/>
          </p:nvPr>
        </p:nvSpPr>
        <p:spPr>
          <a:xfrm>
            <a:off x="6157913" y="341313"/>
            <a:ext cx="5691187" cy="5921376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61"/>
          <p:cNvSpPr txBox="1"/>
          <p:nvPr/>
        </p:nvSpPr>
        <p:spPr>
          <a:xfrm>
            <a:off x="332169" y="6435512"/>
            <a:ext cx="2567442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05055"/>
                </a:solidFill>
                <a:latin typeface="Arial"/>
                <a:ea typeface="Arial"/>
                <a:cs typeface="Arial"/>
                <a:sym typeface="Arial"/>
              </a:rPr>
              <a:t>© Bangkok Bank</a:t>
            </a:r>
            <a:endParaRPr sz="1000">
              <a:solidFill>
                <a:srgbClr val="5050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1"/>
          <p:cNvSpPr txBox="1"/>
          <p:nvPr>
            <p:ph idx="10" type="dt"/>
          </p:nvPr>
        </p:nvSpPr>
        <p:spPr>
          <a:xfrm>
            <a:off x="4230190" y="6435511"/>
            <a:ext cx="832349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61"/>
          <p:cNvSpPr txBox="1"/>
          <p:nvPr>
            <p:ph idx="11" type="ftr"/>
          </p:nvPr>
        </p:nvSpPr>
        <p:spPr>
          <a:xfrm>
            <a:off x="6159499" y="6435511"/>
            <a:ext cx="3751264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61"/>
          <p:cNvSpPr txBox="1"/>
          <p:nvPr>
            <p:ph idx="12" type="sldNum"/>
          </p:nvPr>
        </p:nvSpPr>
        <p:spPr>
          <a:xfrm>
            <a:off x="10991850" y="6435511"/>
            <a:ext cx="865188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p61"/>
          <p:cNvSpPr txBox="1"/>
          <p:nvPr>
            <p:ph idx="1" type="body"/>
          </p:nvPr>
        </p:nvSpPr>
        <p:spPr>
          <a:xfrm>
            <a:off x="347946" y="1012825"/>
            <a:ext cx="4714592" cy="1263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61"/>
          <p:cNvSpPr txBox="1"/>
          <p:nvPr>
            <p:ph idx="3" type="body"/>
          </p:nvPr>
        </p:nvSpPr>
        <p:spPr>
          <a:xfrm>
            <a:off x="341598" y="3028950"/>
            <a:ext cx="4714592" cy="3233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2222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slide with image">
  <p:cSld name="Two column slide with image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2"/>
          <p:cNvSpPr txBox="1"/>
          <p:nvPr>
            <p:ph idx="1" type="body"/>
          </p:nvPr>
        </p:nvSpPr>
        <p:spPr>
          <a:xfrm>
            <a:off x="8089265" y="4808660"/>
            <a:ext cx="3759835" cy="14540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166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62"/>
          <p:cNvSpPr txBox="1"/>
          <p:nvPr>
            <p:ph type="title"/>
          </p:nvPr>
        </p:nvSpPr>
        <p:spPr>
          <a:xfrm>
            <a:off x="341313" y="341313"/>
            <a:ext cx="6659880" cy="546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62"/>
          <p:cNvSpPr/>
          <p:nvPr>
            <p:ph idx="2" type="pic"/>
          </p:nvPr>
        </p:nvSpPr>
        <p:spPr>
          <a:xfrm>
            <a:off x="4219575" y="1700214"/>
            <a:ext cx="3740159" cy="254793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62"/>
          <p:cNvSpPr txBox="1"/>
          <p:nvPr>
            <p:ph idx="3" type="body"/>
          </p:nvPr>
        </p:nvSpPr>
        <p:spPr>
          <a:xfrm>
            <a:off x="4230678" y="4373562"/>
            <a:ext cx="3740159" cy="351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4" name="Google Shape;154;p62"/>
          <p:cNvSpPr txBox="1"/>
          <p:nvPr>
            <p:ph idx="4" type="body"/>
          </p:nvPr>
        </p:nvSpPr>
        <p:spPr>
          <a:xfrm>
            <a:off x="4219575" y="4808660"/>
            <a:ext cx="3739072" cy="14540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166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62"/>
          <p:cNvSpPr/>
          <p:nvPr>
            <p:ph idx="5" type="pic"/>
          </p:nvPr>
        </p:nvSpPr>
        <p:spPr>
          <a:xfrm>
            <a:off x="8108940" y="1700213"/>
            <a:ext cx="3740159" cy="2547938"/>
          </a:xfrm>
          <a:prstGeom prst="rect">
            <a:avLst/>
          </a:prstGeom>
          <a:noFill/>
          <a:ln>
            <a:noFill/>
          </a:ln>
        </p:spPr>
      </p:sp>
      <p:sp>
        <p:nvSpPr>
          <p:cNvPr id="156" name="Google Shape;156;p62"/>
          <p:cNvSpPr txBox="1"/>
          <p:nvPr>
            <p:ph idx="6" type="body"/>
          </p:nvPr>
        </p:nvSpPr>
        <p:spPr>
          <a:xfrm>
            <a:off x="8097838" y="4373562"/>
            <a:ext cx="3759200" cy="351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7" name="Google Shape;157;p62"/>
          <p:cNvSpPr txBox="1"/>
          <p:nvPr>
            <p:ph idx="7" type="body"/>
          </p:nvPr>
        </p:nvSpPr>
        <p:spPr>
          <a:xfrm>
            <a:off x="347947" y="1700213"/>
            <a:ext cx="2776254" cy="2546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62"/>
          <p:cNvSpPr txBox="1"/>
          <p:nvPr>
            <p:ph idx="10" type="dt"/>
          </p:nvPr>
        </p:nvSpPr>
        <p:spPr>
          <a:xfrm>
            <a:off x="4230190" y="6435511"/>
            <a:ext cx="832349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62"/>
          <p:cNvSpPr txBox="1"/>
          <p:nvPr>
            <p:ph idx="11" type="ftr"/>
          </p:nvPr>
        </p:nvSpPr>
        <p:spPr>
          <a:xfrm>
            <a:off x="6159499" y="6435511"/>
            <a:ext cx="3751264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62"/>
          <p:cNvSpPr txBox="1"/>
          <p:nvPr>
            <p:ph idx="12" type="sldNum"/>
          </p:nvPr>
        </p:nvSpPr>
        <p:spPr>
          <a:xfrm>
            <a:off x="10991850" y="6435511"/>
            <a:ext cx="865188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slide with image">
  <p:cSld name="Three column slide with image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3"/>
          <p:cNvSpPr txBox="1"/>
          <p:nvPr>
            <p:ph type="title"/>
          </p:nvPr>
        </p:nvSpPr>
        <p:spPr>
          <a:xfrm>
            <a:off x="341313" y="341313"/>
            <a:ext cx="6659880" cy="546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63"/>
          <p:cNvSpPr/>
          <p:nvPr>
            <p:ph idx="2" type="pic"/>
          </p:nvPr>
        </p:nvSpPr>
        <p:spPr>
          <a:xfrm>
            <a:off x="340500" y="1700213"/>
            <a:ext cx="3751262" cy="2547939"/>
          </a:xfrm>
          <a:prstGeom prst="rect">
            <a:avLst/>
          </a:prstGeom>
          <a:noFill/>
          <a:ln>
            <a:noFill/>
          </a:ln>
        </p:spPr>
      </p:sp>
      <p:sp>
        <p:nvSpPr>
          <p:cNvPr id="164" name="Google Shape;164;p63"/>
          <p:cNvSpPr txBox="1"/>
          <p:nvPr>
            <p:ph idx="1" type="body"/>
          </p:nvPr>
        </p:nvSpPr>
        <p:spPr>
          <a:xfrm>
            <a:off x="341312" y="4373563"/>
            <a:ext cx="3750449" cy="35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5" name="Google Shape;165;p63"/>
          <p:cNvSpPr txBox="1"/>
          <p:nvPr>
            <p:ph idx="3" type="body"/>
          </p:nvPr>
        </p:nvSpPr>
        <p:spPr>
          <a:xfrm>
            <a:off x="346095" y="4808660"/>
            <a:ext cx="3751200" cy="14540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6" name="Google Shape;166;p63"/>
          <p:cNvSpPr/>
          <p:nvPr>
            <p:ph idx="4" type="pic"/>
          </p:nvPr>
        </p:nvSpPr>
        <p:spPr>
          <a:xfrm>
            <a:off x="4219575" y="1700213"/>
            <a:ext cx="3751262" cy="2547939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63"/>
          <p:cNvSpPr txBox="1"/>
          <p:nvPr>
            <p:ph idx="5" type="body"/>
          </p:nvPr>
        </p:nvSpPr>
        <p:spPr>
          <a:xfrm>
            <a:off x="4219572" y="4373563"/>
            <a:ext cx="3751265" cy="35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8" name="Google Shape;168;p63"/>
          <p:cNvSpPr txBox="1"/>
          <p:nvPr>
            <p:ph idx="6" type="body"/>
          </p:nvPr>
        </p:nvSpPr>
        <p:spPr>
          <a:xfrm>
            <a:off x="4218487" y="4808660"/>
            <a:ext cx="3752351" cy="14540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9" name="Google Shape;169;p63"/>
          <p:cNvSpPr/>
          <p:nvPr>
            <p:ph idx="7" type="pic"/>
          </p:nvPr>
        </p:nvSpPr>
        <p:spPr>
          <a:xfrm>
            <a:off x="8097838" y="1700212"/>
            <a:ext cx="3751262" cy="2547939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63"/>
          <p:cNvSpPr txBox="1"/>
          <p:nvPr>
            <p:ph idx="8" type="body"/>
          </p:nvPr>
        </p:nvSpPr>
        <p:spPr>
          <a:xfrm>
            <a:off x="8097177" y="4371208"/>
            <a:ext cx="3751200" cy="35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1" name="Google Shape;171;p63"/>
          <p:cNvSpPr txBox="1"/>
          <p:nvPr>
            <p:ph idx="9" type="body"/>
          </p:nvPr>
        </p:nvSpPr>
        <p:spPr>
          <a:xfrm>
            <a:off x="8102780" y="4808661"/>
            <a:ext cx="3751200" cy="1454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" name="Google Shape;172;p63"/>
          <p:cNvSpPr txBox="1"/>
          <p:nvPr>
            <p:ph idx="10" type="dt"/>
          </p:nvPr>
        </p:nvSpPr>
        <p:spPr>
          <a:xfrm>
            <a:off x="4230190" y="6435511"/>
            <a:ext cx="832349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63"/>
          <p:cNvSpPr txBox="1"/>
          <p:nvPr>
            <p:ph idx="11" type="ftr"/>
          </p:nvPr>
        </p:nvSpPr>
        <p:spPr>
          <a:xfrm>
            <a:off x="6159499" y="6435511"/>
            <a:ext cx="3751264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63"/>
          <p:cNvSpPr txBox="1"/>
          <p:nvPr>
            <p:ph idx="12" type="sldNum"/>
          </p:nvPr>
        </p:nvSpPr>
        <p:spPr>
          <a:xfrm>
            <a:off x="10991850" y="6435511"/>
            <a:ext cx="865188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 slide with image">
  <p:cSld name="Four column slide with image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4"/>
          <p:cNvSpPr txBox="1"/>
          <p:nvPr>
            <p:ph type="title"/>
          </p:nvPr>
        </p:nvSpPr>
        <p:spPr>
          <a:xfrm>
            <a:off x="341313" y="341313"/>
            <a:ext cx="6658611" cy="546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64"/>
          <p:cNvSpPr/>
          <p:nvPr>
            <p:ph idx="2" type="pic"/>
          </p:nvPr>
        </p:nvSpPr>
        <p:spPr>
          <a:xfrm>
            <a:off x="341313" y="1700213"/>
            <a:ext cx="2779009" cy="1874837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64"/>
          <p:cNvSpPr txBox="1"/>
          <p:nvPr>
            <p:ph idx="1" type="body"/>
          </p:nvPr>
        </p:nvSpPr>
        <p:spPr>
          <a:xfrm>
            <a:off x="348503" y="3701178"/>
            <a:ext cx="2775698" cy="330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9" name="Google Shape;179;p64"/>
          <p:cNvSpPr txBox="1"/>
          <p:nvPr>
            <p:ph idx="3" type="body"/>
          </p:nvPr>
        </p:nvSpPr>
        <p:spPr>
          <a:xfrm>
            <a:off x="348502" y="4131468"/>
            <a:ext cx="2779200" cy="21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64"/>
          <p:cNvSpPr/>
          <p:nvPr>
            <p:ph idx="4" type="pic"/>
          </p:nvPr>
        </p:nvSpPr>
        <p:spPr>
          <a:xfrm>
            <a:off x="3253491" y="1700213"/>
            <a:ext cx="2779009" cy="1874837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64"/>
          <p:cNvSpPr txBox="1"/>
          <p:nvPr>
            <p:ph idx="5" type="body"/>
          </p:nvPr>
        </p:nvSpPr>
        <p:spPr>
          <a:xfrm>
            <a:off x="3249613" y="3701178"/>
            <a:ext cx="2775698" cy="330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2" name="Google Shape;182;p64"/>
          <p:cNvSpPr txBox="1"/>
          <p:nvPr>
            <p:ph idx="6" type="body"/>
          </p:nvPr>
        </p:nvSpPr>
        <p:spPr>
          <a:xfrm>
            <a:off x="3252402" y="4131469"/>
            <a:ext cx="2779009" cy="2131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3" name="Google Shape;183;p64"/>
          <p:cNvSpPr/>
          <p:nvPr>
            <p:ph idx="7" type="pic"/>
          </p:nvPr>
        </p:nvSpPr>
        <p:spPr>
          <a:xfrm>
            <a:off x="6157913" y="1700212"/>
            <a:ext cx="2779200" cy="1874837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64"/>
          <p:cNvSpPr txBox="1"/>
          <p:nvPr>
            <p:ph idx="8" type="body"/>
          </p:nvPr>
        </p:nvSpPr>
        <p:spPr>
          <a:xfrm>
            <a:off x="6165102" y="3701178"/>
            <a:ext cx="2775698" cy="330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5" name="Google Shape;185;p64"/>
          <p:cNvSpPr txBox="1"/>
          <p:nvPr>
            <p:ph idx="9" type="body"/>
          </p:nvPr>
        </p:nvSpPr>
        <p:spPr>
          <a:xfrm>
            <a:off x="6160588" y="4131468"/>
            <a:ext cx="2779200" cy="2131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6" name="Google Shape;186;p64"/>
          <p:cNvSpPr/>
          <p:nvPr>
            <p:ph idx="13" type="pic"/>
          </p:nvPr>
        </p:nvSpPr>
        <p:spPr>
          <a:xfrm>
            <a:off x="9063924" y="1700213"/>
            <a:ext cx="2779200" cy="1874836"/>
          </a:xfrm>
          <a:prstGeom prst="rect">
            <a:avLst/>
          </a:prstGeom>
          <a:noFill/>
          <a:ln>
            <a:noFill/>
          </a:ln>
        </p:spPr>
      </p:sp>
      <p:sp>
        <p:nvSpPr>
          <p:cNvPr id="187" name="Google Shape;187;p64"/>
          <p:cNvSpPr txBox="1"/>
          <p:nvPr>
            <p:ph idx="14" type="body"/>
          </p:nvPr>
        </p:nvSpPr>
        <p:spPr>
          <a:xfrm>
            <a:off x="9063924" y="3701178"/>
            <a:ext cx="2775698" cy="330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8" name="Google Shape;188;p64"/>
          <p:cNvSpPr txBox="1"/>
          <p:nvPr>
            <p:ph idx="15" type="body"/>
          </p:nvPr>
        </p:nvSpPr>
        <p:spPr>
          <a:xfrm>
            <a:off x="9063924" y="4131468"/>
            <a:ext cx="2779200" cy="2131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9" name="Google Shape;189;p64"/>
          <p:cNvSpPr txBox="1"/>
          <p:nvPr>
            <p:ph idx="10" type="dt"/>
          </p:nvPr>
        </p:nvSpPr>
        <p:spPr>
          <a:xfrm>
            <a:off x="4230190" y="6435511"/>
            <a:ext cx="832349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64"/>
          <p:cNvSpPr txBox="1"/>
          <p:nvPr>
            <p:ph idx="11" type="ftr"/>
          </p:nvPr>
        </p:nvSpPr>
        <p:spPr>
          <a:xfrm>
            <a:off x="6159499" y="6435511"/>
            <a:ext cx="3751264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64"/>
          <p:cNvSpPr txBox="1"/>
          <p:nvPr>
            <p:ph idx="12" type="sldNum"/>
          </p:nvPr>
        </p:nvSpPr>
        <p:spPr>
          <a:xfrm>
            <a:off x="10991850" y="6435511"/>
            <a:ext cx="865188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C: Two columns">
  <p:cSld name="DOC: Two columns"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5"/>
          <p:cNvSpPr txBox="1"/>
          <p:nvPr>
            <p:ph type="title"/>
          </p:nvPr>
        </p:nvSpPr>
        <p:spPr>
          <a:xfrm>
            <a:off x="341313" y="341313"/>
            <a:ext cx="6654517" cy="546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65"/>
          <p:cNvSpPr txBox="1"/>
          <p:nvPr>
            <p:ph idx="1" type="body"/>
          </p:nvPr>
        </p:nvSpPr>
        <p:spPr>
          <a:xfrm>
            <a:off x="347946" y="3028950"/>
            <a:ext cx="3738282" cy="3233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2pPr>
            <a:lvl3pPr indent="-292100" lvl="2" marL="13716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65"/>
          <p:cNvSpPr txBox="1"/>
          <p:nvPr>
            <p:ph idx="2" type="body"/>
          </p:nvPr>
        </p:nvSpPr>
        <p:spPr>
          <a:xfrm>
            <a:off x="4224740" y="3028950"/>
            <a:ext cx="3751264" cy="3233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2pPr>
            <a:lvl3pPr indent="-292100" lvl="2" marL="13716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" name="Google Shape;196;p65"/>
          <p:cNvSpPr txBox="1"/>
          <p:nvPr>
            <p:ph idx="10" type="dt"/>
          </p:nvPr>
        </p:nvSpPr>
        <p:spPr>
          <a:xfrm>
            <a:off x="4230190" y="6435511"/>
            <a:ext cx="832349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65"/>
          <p:cNvSpPr txBox="1"/>
          <p:nvPr>
            <p:ph idx="11" type="ftr"/>
          </p:nvPr>
        </p:nvSpPr>
        <p:spPr>
          <a:xfrm>
            <a:off x="6159499" y="6435511"/>
            <a:ext cx="3751264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65"/>
          <p:cNvSpPr txBox="1"/>
          <p:nvPr>
            <p:ph idx="12" type="sldNum"/>
          </p:nvPr>
        </p:nvSpPr>
        <p:spPr>
          <a:xfrm>
            <a:off x="10991850" y="6435511"/>
            <a:ext cx="865188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" name="Google Shape;199;p65"/>
          <p:cNvSpPr txBox="1"/>
          <p:nvPr>
            <p:ph idx="3" type="body"/>
          </p:nvPr>
        </p:nvSpPr>
        <p:spPr>
          <a:xfrm>
            <a:off x="347946" y="1012825"/>
            <a:ext cx="3744629" cy="1263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C: 1 graph and text">
  <p:cSld name="DOC: 1 graph and text">
    <p:bg>
      <p:bgPr>
        <a:solidFill>
          <a:srgbClr val="F2F2F2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6"/>
          <p:cNvSpPr txBox="1"/>
          <p:nvPr>
            <p:ph type="title"/>
          </p:nvPr>
        </p:nvSpPr>
        <p:spPr>
          <a:xfrm>
            <a:off x="341313" y="341313"/>
            <a:ext cx="4721225" cy="546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66"/>
          <p:cNvSpPr txBox="1"/>
          <p:nvPr>
            <p:ph idx="1" type="body"/>
          </p:nvPr>
        </p:nvSpPr>
        <p:spPr>
          <a:xfrm>
            <a:off x="347946" y="1700213"/>
            <a:ext cx="3738282" cy="456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2pPr>
            <a:lvl3pPr indent="-292100" lvl="2" marL="13716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3" name="Google Shape;203;p66"/>
          <p:cNvSpPr txBox="1"/>
          <p:nvPr>
            <p:ph idx="2" type="body"/>
          </p:nvPr>
        </p:nvSpPr>
        <p:spPr>
          <a:xfrm>
            <a:off x="6157913" y="1700213"/>
            <a:ext cx="5686141" cy="4562475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216000">
            <a:normAutofit/>
          </a:bodyPr>
          <a:lstStyle>
            <a:lvl1pPr indent="-228600" lvl="0" marL="457200" algn="l">
              <a:lnSpc>
                <a:spcPct val="183333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p66"/>
          <p:cNvSpPr txBox="1"/>
          <p:nvPr>
            <p:ph idx="3" type="body"/>
          </p:nvPr>
        </p:nvSpPr>
        <p:spPr>
          <a:xfrm>
            <a:off x="6157913" y="1424309"/>
            <a:ext cx="3752850" cy="2047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66"/>
          <p:cNvSpPr txBox="1"/>
          <p:nvPr>
            <p:ph idx="10" type="dt"/>
          </p:nvPr>
        </p:nvSpPr>
        <p:spPr>
          <a:xfrm>
            <a:off x="4230190" y="6435511"/>
            <a:ext cx="832349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66"/>
          <p:cNvSpPr txBox="1"/>
          <p:nvPr>
            <p:ph idx="11" type="ftr"/>
          </p:nvPr>
        </p:nvSpPr>
        <p:spPr>
          <a:xfrm>
            <a:off x="6159499" y="6435511"/>
            <a:ext cx="3751264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66"/>
          <p:cNvSpPr txBox="1"/>
          <p:nvPr>
            <p:ph idx="12" type="sldNum"/>
          </p:nvPr>
        </p:nvSpPr>
        <p:spPr>
          <a:xfrm>
            <a:off x="10991850" y="6435511"/>
            <a:ext cx="865188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C: 2 graphs and text">
  <p:cSld name="DOC: 2 graphs and text">
    <p:bg>
      <p:bgPr>
        <a:solidFill>
          <a:srgbClr val="F2F2F2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7"/>
          <p:cNvSpPr txBox="1"/>
          <p:nvPr>
            <p:ph type="title"/>
          </p:nvPr>
        </p:nvSpPr>
        <p:spPr>
          <a:xfrm>
            <a:off x="341313" y="341313"/>
            <a:ext cx="4721225" cy="546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67"/>
          <p:cNvSpPr txBox="1"/>
          <p:nvPr>
            <p:ph idx="1" type="body"/>
          </p:nvPr>
        </p:nvSpPr>
        <p:spPr>
          <a:xfrm>
            <a:off x="347946" y="1700213"/>
            <a:ext cx="3738282" cy="456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2pPr>
            <a:lvl3pPr indent="-292100" lvl="2" marL="13716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92100" lvl="3" marL="18288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4pPr>
            <a:lvl5pPr indent="-285750" lvl="4" marL="2286000" algn="l">
              <a:lnSpc>
                <a:spcPct val="155555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1" name="Google Shape;211;p67"/>
          <p:cNvSpPr txBox="1"/>
          <p:nvPr>
            <p:ph idx="2" type="body"/>
          </p:nvPr>
        </p:nvSpPr>
        <p:spPr>
          <a:xfrm>
            <a:off x="6157913" y="1700213"/>
            <a:ext cx="5686141" cy="2105024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216000">
            <a:normAutofit/>
          </a:bodyPr>
          <a:lstStyle>
            <a:lvl1pPr indent="-228600" lvl="0" marL="457200" algn="l">
              <a:lnSpc>
                <a:spcPct val="183333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" name="Google Shape;212;p67"/>
          <p:cNvSpPr txBox="1"/>
          <p:nvPr>
            <p:ph idx="3" type="body"/>
          </p:nvPr>
        </p:nvSpPr>
        <p:spPr>
          <a:xfrm>
            <a:off x="6157913" y="4156687"/>
            <a:ext cx="5686141" cy="21060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216000">
            <a:normAutofit/>
          </a:bodyPr>
          <a:lstStyle>
            <a:lvl1pPr indent="-228600" lvl="0" marL="457200" algn="l">
              <a:lnSpc>
                <a:spcPct val="183333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3" name="Google Shape;213;p67"/>
          <p:cNvSpPr txBox="1"/>
          <p:nvPr>
            <p:ph idx="4" type="body"/>
          </p:nvPr>
        </p:nvSpPr>
        <p:spPr>
          <a:xfrm>
            <a:off x="6157913" y="1424309"/>
            <a:ext cx="3752850" cy="2047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p67"/>
          <p:cNvSpPr txBox="1"/>
          <p:nvPr>
            <p:ph idx="5" type="body"/>
          </p:nvPr>
        </p:nvSpPr>
        <p:spPr>
          <a:xfrm>
            <a:off x="6157913" y="3876371"/>
            <a:ext cx="5686141" cy="2047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5" name="Google Shape;215;p67"/>
          <p:cNvSpPr txBox="1"/>
          <p:nvPr>
            <p:ph idx="10" type="dt"/>
          </p:nvPr>
        </p:nvSpPr>
        <p:spPr>
          <a:xfrm>
            <a:off x="4230190" y="6435511"/>
            <a:ext cx="832349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67"/>
          <p:cNvSpPr txBox="1"/>
          <p:nvPr>
            <p:ph idx="11" type="ftr"/>
          </p:nvPr>
        </p:nvSpPr>
        <p:spPr>
          <a:xfrm>
            <a:off x="6159499" y="6435511"/>
            <a:ext cx="3751264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67"/>
          <p:cNvSpPr txBox="1"/>
          <p:nvPr>
            <p:ph idx="12" type="sldNum"/>
          </p:nvPr>
        </p:nvSpPr>
        <p:spPr>
          <a:xfrm>
            <a:off x="10991850" y="6435511"/>
            <a:ext cx="865188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C: 3 graphs and text">
  <p:cSld name="DOC: 3 graphs and text">
    <p:bg>
      <p:bgPr>
        <a:solidFill>
          <a:srgbClr val="F2F2F2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8"/>
          <p:cNvSpPr txBox="1"/>
          <p:nvPr>
            <p:ph type="title"/>
          </p:nvPr>
        </p:nvSpPr>
        <p:spPr>
          <a:xfrm>
            <a:off x="341313" y="341313"/>
            <a:ext cx="4721225" cy="546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68"/>
          <p:cNvSpPr txBox="1"/>
          <p:nvPr>
            <p:ph idx="1" type="body"/>
          </p:nvPr>
        </p:nvSpPr>
        <p:spPr>
          <a:xfrm>
            <a:off x="6157913" y="1700213"/>
            <a:ext cx="5686141" cy="2105024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216000">
            <a:normAutofit/>
          </a:bodyPr>
          <a:lstStyle>
            <a:lvl1pPr indent="-228600" lvl="0" marL="457200" algn="l">
              <a:lnSpc>
                <a:spcPct val="183333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68"/>
          <p:cNvSpPr txBox="1"/>
          <p:nvPr>
            <p:ph idx="2" type="body"/>
          </p:nvPr>
        </p:nvSpPr>
        <p:spPr>
          <a:xfrm>
            <a:off x="6157913" y="4156687"/>
            <a:ext cx="2782887" cy="21060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216000">
            <a:normAutofit/>
          </a:bodyPr>
          <a:lstStyle>
            <a:lvl1pPr indent="-228600" lvl="0" marL="457200" algn="l">
              <a:lnSpc>
                <a:spcPct val="183333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2" name="Google Shape;222;p68"/>
          <p:cNvSpPr txBox="1"/>
          <p:nvPr>
            <p:ph idx="3" type="body"/>
          </p:nvPr>
        </p:nvSpPr>
        <p:spPr>
          <a:xfrm>
            <a:off x="9065286" y="4156688"/>
            <a:ext cx="2782887" cy="21060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216000">
            <a:normAutofit/>
          </a:bodyPr>
          <a:lstStyle>
            <a:lvl1pPr indent="-228600" lvl="0" marL="457200" algn="l">
              <a:lnSpc>
                <a:spcPct val="183333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3" name="Google Shape;223;p68"/>
          <p:cNvSpPr txBox="1"/>
          <p:nvPr>
            <p:ph idx="10" type="dt"/>
          </p:nvPr>
        </p:nvSpPr>
        <p:spPr>
          <a:xfrm>
            <a:off x="4230190" y="6435511"/>
            <a:ext cx="832349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68"/>
          <p:cNvSpPr txBox="1"/>
          <p:nvPr>
            <p:ph idx="11" type="ftr"/>
          </p:nvPr>
        </p:nvSpPr>
        <p:spPr>
          <a:xfrm>
            <a:off x="6159499" y="6435511"/>
            <a:ext cx="3751264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68"/>
          <p:cNvSpPr txBox="1"/>
          <p:nvPr>
            <p:ph idx="12" type="sldNum"/>
          </p:nvPr>
        </p:nvSpPr>
        <p:spPr>
          <a:xfrm>
            <a:off x="10991850" y="6435511"/>
            <a:ext cx="865188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" name="Google Shape;226;p68"/>
          <p:cNvSpPr txBox="1"/>
          <p:nvPr>
            <p:ph idx="4" type="body"/>
          </p:nvPr>
        </p:nvSpPr>
        <p:spPr>
          <a:xfrm>
            <a:off x="347946" y="1700213"/>
            <a:ext cx="3738282" cy="456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2pPr>
            <a:lvl3pPr indent="-292100" lvl="2" marL="13716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92100" lvl="3" marL="18288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4pPr>
            <a:lvl5pPr indent="-285750" lvl="4" marL="2286000" algn="l">
              <a:lnSpc>
                <a:spcPct val="155555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68"/>
          <p:cNvSpPr txBox="1"/>
          <p:nvPr>
            <p:ph idx="5" type="body"/>
          </p:nvPr>
        </p:nvSpPr>
        <p:spPr>
          <a:xfrm>
            <a:off x="6157913" y="1424309"/>
            <a:ext cx="3752850" cy="2047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8" name="Google Shape;228;p68"/>
          <p:cNvSpPr txBox="1"/>
          <p:nvPr>
            <p:ph idx="6" type="body"/>
          </p:nvPr>
        </p:nvSpPr>
        <p:spPr>
          <a:xfrm>
            <a:off x="6157913" y="3876372"/>
            <a:ext cx="2782888" cy="2047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9" name="Google Shape;229;p68"/>
          <p:cNvSpPr txBox="1"/>
          <p:nvPr>
            <p:ph idx="7" type="body"/>
          </p:nvPr>
        </p:nvSpPr>
        <p:spPr>
          <a:xfrm>
            <a:off x="9065285" y="3876372"/>
            <a:ext cx="2782888" cy="2047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C: 2 columns and 1 graph (small)">
  <p:cSld name="DOC: 2 columns and 1 graph (small)">
    <p:bg>
      <p:bgPr>
        <a:solidFill>
          <a:srgbClr val="F2F2F2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9"/>
          <p:cNvSpPr txBox="1"/>
          <p:nvPr>
            <p:ph type="title"/>
          </p:nvPr>
        </p:nvSpPr>
        <p:spPr>
          <a:xfrm>
            <a:off x="341314" y="341313"/>
            <a:ext cx="4721225" cy="546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69"/>
          <p:cNvSpPr txBox="1"/>
          <p:nvPr>
            <p:ph idx="1" type="body"/>
          </p:nvPr>
        </p:nvSpPr>
        <p:spPr>
          <a:xfrm>
            <a:off x="6160226" y="1700213"/>
            <a:ext cx="2779428" cy="456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2pPr>
            <a:lvl3pPr indent="-292100" lvl="2" marL="13716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" name="Google Shape;233;p69"/>
          <p:cNvSpPr txBox="1"/>
          <p:nvPr>
            <p:ph idx="2" type="body"/>
          </p:nvPr>
        </p:nvSpPr>
        <p:spPr>
          <a:xfrm>
            <a:off x="9066213" y="1700213"/>
            <a:ext cx="2779428" cy="456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8450" lvl="1" marL="914400" algn="l">
              <a:lnSpc>
                <a:spcPct val="127272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2pPr>
            <a:lvl3pPr indent="-295275" lvl="2" marL="1371600" algn="l">
              <a:lnSpc>
                <a:spcPct val="133333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4" name="Google Shape;234;p69"/>
          <p:cNvSpPr txBox="1"/>
          <p:nvPr>
            <p:ph idx="3" type="body"/>
          </p:nvPr>
        </p:nvSpPr>
        <p:spPr>
          <a:xfrm>
            <a:off x="341313" y="1943896"/>
            <a:ext cx="4721225" cy="4318792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216000">
            <a:normAutofit/>
          </a:bodyPr>
          <a:lstStyle>
            <a:lvl1pPr indent="-228600" lvl="0" marL="457200" algn="l">
              <a:lnSpc>
                <a:spcPct val="183333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5" name="Google Shape;235;p69"/>
          <p:cNvSpPr txBox="1"/>
          <p:nvPr>
            <p:ph idx="4" type="body"/>
          </p:nvPr>
        </p:nvSpPr>
        <p:spPr>
          <a:xfrm>
            <a:off x="342901" y="1668354"/>
            <a:ext cx="3752850" cy="2047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6" name="Google Shape;236;p69"/>
          <p:cNvSpPr txBox="1"/>
          <p:nvPr>
            <p:ph idx="10" type="dt"/>
          </p:nvPr>
        </p:nvSpPr>
        <p:spPr>
          <a:xfrm>
            <a:off x="4230190" y="6435511"/>
            <a:ext cx="832349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69"/>
          <p:cNvSpPr txBox="1"/>
          <p:nvPr>
            <p:ph idx="11" type="ftr"/>
          </p:nvPr>
        </p:nvSpPr>
        <p:spPr>
          <a:xfrm>
            <a:off x="6159499" y="6435511"/>
            <a:ext cx="3751264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69"/>
          <p:cNvSpPr txBox="1"/>
          <p:nvPr>
            <p:ph idx="12" type="sldNum"/>
          </p:nvPr>
        </p:nvSpPr>
        <p:spPr>
          <a:xfrm>
            <a:off x="10991850" y="6435511"/>
            <a:ext cx="865188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s and 2 graphs (small)">
  <p:cSld name="2 columns and 2 graphs (small)">
    <p:bg>
      <p:bgPr>
        <a:solidFill>
          <a:srgbClr val="F2F2F2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0"/>
          <p:cNvSpPr txBox="1"/>
          <p:nvPr>
            <p:ph type="title"/>
          </p:nvPr>
        </p:nvSpPr>
        <p:spPr>
          <a:xfrm>
            <a:off x="341314" y="341313"/>
            <a:ext cx="4721225" cy="546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70"/>
          <p:cNvSpPr txBox="1"/>
          <p:nvPr>
            <p:ph idx="1" type="body"/>
          </p:nvPr>
        </p:nvSpPr>
        <p:spPr>
          <a:xfrm>
            <a:off x="341313" y="1943896"/>
            <a:ext cx="4721225" cy="201126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216000">
            <a:normAutofit/>
          </a:bodyPr>
          <a:lstStyle>
            <a:lvl1pPr indent="-228600" lvl="0" marL="457200" algn="l">
              <a:lnSpc>
                <a:spcPct val="183333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2" name="Google Shape;242;p70"/>
          <p:cNvSpPr txBox="1"/>
          <p:nvPr>
            <p:ph idx="2" type="body"/>
          </p:nvPr>
        </p:nvSpPr>
        <p:spPr>
          <a:xfrm>
            <a:off x="341312" y="4251428"/>
            <a:ext cx="4721225" cy="201126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216000">
            <a:normAutofit/>
          </a:bodyPr>
          <a:lstStyle>
            <a:lvl1pPr indent="-228600" lvl="0" marL="457200" algn="l">
              <a:lnSpc>
                <a:spcPct val="183333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3" name="Google Shape;243;p70"/>
          <p:cNvSpPr txBox="1"/>
          <p:nvPr>
            <p:ph idx="3" type="body"/>
          </p:nvPr>
        </p:nvSpPr>
        <p:spPr>
          <a:xfrm>
            <a:off x="342901" y="1668354"/>
            <a:ext cx="3752850" cy="2047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4" name="Google Shape;244;p70"/>
          <p:cNvSpPr txBox="1"/>
          <p:nvPr>
            <p:ph idx="4" type="body"/>
          </p:nvPr>
        </p:nvSpPr>
        <p:spPr>
          <a:xfrm>
            <a:off x="342901" y="3979946"/>
            <a:ext cx="4717965" cy="2047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5" name="Google Shape;245;p70"/>
          <p:cNvSpPr txBox="1"/>
          <p:nvPr>
            <p:ph idx="10" type="dt"/>
          </p:nvPr>
        </p:nvSpPr>
        <p:spPr>
          <a:xfrm>
            <a:off x="4230190" y="6435511"/>
            <a:ext cx="832349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70"/>
          <p:cNvSpPr txBox="1"/>
          <p:nvPr>
            <p:ph idx="11" type="ftr"/>
          </p:nvPr>
        </p:nvSpPr>
        <p:spPr>
          <a:xfrm>
            <a:off x="6159499" y="6435511"/>
            <a:ext cx="3751264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70"/>
          <p:cNvSpPr txBox="1"/>
          <p:nvPr>
            <p:ph idx="12" type="sldNum"/>
          </p:nvPr>
        </p:nvSpPr>
        <p:spPr>
          <a:xfrm>
            <a:off x="10991850" y="6435511"/>
            <a:ext cx="865188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8" name="Google Shape;248;p70"/>
          <p:cNvSpPr txBox="1"/>
          <p:nvPr>
            <p:ph idx="5" type="body"/>
          </p:nvPr>
        </p:nvSpPr>
        <p:spPr>
          <a:xfrm>
            <a:off x="6160226" y="1700213"/>
            <a:ext cx="2779428" cy="456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2pPr>
            <a:lvl3pPr indent="-292100" lvl="2" marL="13716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9" name="Google Shape;249;p70"/>
          <p:cNvSpPr txBox="1"/>
          <p:nvPr>
            <p:ph idx="6" type="body"/>
          </p:nvPr>
        </p:nvSpPr>
        <p:spPr>
          <a:xfrm>
            <a:off x="9066213" y="1700213"/>
            <a:ext cx="2779428" cy="456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8450" lvl="1" marL="914400" algn="l">
              <a:lnSpc>
                <a:spcPct val="127272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2pPr>
            <a:lvl3pPr indent="-295275" lvl="2" marL="1371600" algn="l">
              <a:lnSpc>
                <a:spcPct val="133333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s and 3 graphs (small)">
  <p:cSld name="2 columns and 3 graphs (small)">
    <p:bg>
      <p:bgPr>
        <a:solidFill>
          <a:srgbClr val="F2F2F2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1"/>
          <p:cNvSpPr txBox="1"/>
          <p:nvPr>
            <p:ph type="title"/>
          </p:nvPr>
        </p:nvSpPr>
        <p:spPr>
          <a:xfrm>
            <a:off x="341314" y="341313"/>
            <a:ext cx="4721225" cy="546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71"/>
          <p:cNvSpPr txBox="1"/>
          <p:nvPr>
            <p:ph idx="1" type="body"/>
          </p:nvPr>
        </p:nvSpPr>
        <p:spPr>
          <a:xfrm>
            <a:off x="341313" y="1943896"/>
            <a:ext cx="4721225" cy="201126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216000">
            <a:normAutofit/>
          </a:bodyPr>
          <a:lstStyle>
            <a:lvl1pPr indent="-228600" lvl="0" marL="457200" algn="l">
              <a:lnSpc>
                <a:spcPct val="183333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3" name="Google Shape;253;p71"/>
          <p:cNvSpPr txBox="1"/>
          <p:nvPr>
            <p:ph idx="2" type="body"/>
          </p:nvPr>
        </p:nvSpPr>
        <p:spPr>
          <a:xfrm>
            <a:off x="341313" y="4251428"/>
            <a:ext cx="2299876" cy="201126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216000">
            <a:normAutofit/>
          </a:bodyPr>
          <a:lstStyle>
            <a:lvl1pPr indent="-228600" lvl="0" marL="457200" algn="l">
              <a:lnSpc>
                <a:spcPct val="183333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4" name="Google Shape;254;p71"/>
          <p:cNvSpPr txBox="1"/>
          <p:nvPr>
            <p:ph idx="3" type="body"/>
          </p:nvPr>
        </p:nvSpPr>
        <p:spPr>
          <a:xfrm>
            <a:off x="2762662" y="4251428"/>
            <a:ext cx="2299876" cy="201126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216000">
            <a:normAutofit/>
          </a:bodyPr>
          <a:lstStyle>
            <a:lvl1pPr indent="-228600" lvl="0" marL="457200" algn="l">
              <a:lnSpc>
                <a:spcPct val="183333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5" name="Google Shape;255;p71"/>
          <p:cNvSpPr txBox="1"/>
          <p:nvPr>
            <p:ph idx="4" type="body"/>
          </p:nvPr>
        </p:nvSpPr>
        <p:spPr>
          <a:xfrm>
            <a:off x="342901" y="1668354"/>
            <a:ext cx="3752850" cy="2047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6" name="Google Shape;256;p71"/>
          <p:cNvSpPr txBox="1"/>
          <p:nvPr>
            <p:ph idx="5" type="body"/>
          </p:nvPr>
        </p:nvSpPr>
        <p:spPr>
          <a:xfrm>
            <a:off x="342902" y="3979946"/>
            <a:ext cx="2298288" cy="2047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7" name="Google Shape;257;p71"/>
          <p:cNvSpPr txBox="1"/>
          <p:nvPr>
            <p:ph idx="6" type="body"/>
          </p:nvPr>
        </p:nvSpPr>
        <p:spPr>
          <a:xfrm>
            <a:off x="2764250" y="3979946"/>
            <a:ext cx="2298288" cy="2047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8" name="Google Shape;258;p71"/>
          <p:cNvSpPr txBox="1"/>
          <p:nvPr>
            <p:ph idx="10" type="dt"/>
          </p:nvPr>
        </p:nvSpPr>
        <p:spPr>
          <a:xfrm>
            <a:off x="4230190" y="6435511"/>
            <a:ext cx="832349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71"/>
          <p:cNvSpPr txBox="1"/>
          <p:nvPr>
            <p:ph idx="11" type="ftr"/>
          </p:nvPr>
        </p:nvSpPr>
        <p:spPr>
          <a:xfrm>
            <a:off x="6159499" y="6435511"/>
            <a:ext cx="3751264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71"/>
          <p:cNvSpPr txBox="1"/>
          <p:nvPr>
            <p:ph idx="12" type="sldNum"/>
          </p:nvPr>
        </p:nvSpPr>
        <p:spPr>
          <a:xfrm>
            <a:off x="10991850" y="6435511"/>
            <a:ext cx="865188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1" name="Google Shape;261;p71"/>
          <p:cNvSpPr txBox="1"/>
          <p:nvPr>
            <p:ph idx="7" type="body"/>
          </p:nvPr>
        </p:nvSpPr>
        <p:spPr>
          <a:xfrm>
            <a:off x="6160226" y="1700213"/>
            <a:ext cx="2779428" cy="456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2pPr>
            <a:lvl3pPr indent="-292100" lvl="2" marL="13716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2" name="Google Shape;262;p71"/>
          <p:cNvSpPr txBox="1"/>
          <p:nvPr>
            <p:ph idx="8" type="body"/>
          </p:nvPr>
        </p:nvSpPr>
        <p:spPr>
          <a:xfrm>
            <a:off x="9066213" y="1700213"/>
            <a:ext cx="2779428" cy="456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8450" lvl="1" marL="914400" algn="l">
              <a:lnSpc>
                <a:spcPct val="127272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2pPr>
            <a:lvl3pPr indent="-295275" lvl="2" marL="1371600" algn="l">
              <a:lnSpc>
                <a:spcPct val="133333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1 graph (small)">
  <p:cSld name="Text and 1 graph (small)">
    <p:bg>
      <p:bgPr>
        <a:solidFill>
          <a:srgbClr val="F2F2F2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2"/>
          <p:cNvSpPr txBox="1"/>
          <p:nvPr>
            <p:ph type="title"/>
          </p:nvPr>
        </p:nvSpPr>
        <p:spPr>
          <a:xfrm>
            <a:off x="341314" y="341313"/>
            <a:ext cx="4721225" cy="546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72"/>
          <p:cNvSpPr txBox="1"/>
          <p:nvPr>
            <p:ph idx="1" type="body"/>
          </p:nvPr>
        </p:nvSpPr>
        <p:spPr>
          <a:xfrm>
            <a:off x="341313" y="1943896"/>
            <a:ext cx="4721225" cy="4318792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216000">
            <a:normAutofit/>
          </a:bodyPr>
          <a:lstStyle>
            <a:lvl1pPr indent="-228600" lvl="0" marL="457200" algn="l">
              <a:lnSpc>
                <a:spcPct val="183333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6" name="Google Shape;266;p72"/>
          <p:cNvSpPr txBox="1"/>
          <p:nvPr>
            <p:ph idx="2" type="body"/>
          </p:nvPr>
        </p:nvSpPr>
        <p:spPr>
          <a:xfrm>
            <a:off x="342901" y="1668354"/>
            <a:ext cx="3752850" cy="2047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2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7" name="Google Shape;267;p72"/>
          <p:cNvSpPr txBox="1"/>
          <p:nvPr>
            <p:ph idx="10" type="dt"/>
          </p:nvPr>
        </p:nvSpPr>
        <p:spPr>
          <a:xfrm>
            <a:off x="4230190" y="6435511"/>
            <a:ext cx="832349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72"/>
          <p:cNvSpPr txBox="1"/>
          <p:nvPr>
            <p:ph idx="11" type="ftr"/>
          </p:nvPr>
        </p:nvSpPr>
        <p:spPr>
          <a:xfrm>
            <a:off x="6159499" y="6435511"/>
            <a:ext cx="3751264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72"/>
          <p:cNvSpPr txBox="1"/>
          <p:nvPr>
            <p:ph idx="12" type="sldNum"/>
          </p:nvPr>
        </p:nvSpPr>
        <p:spPr>
          <a:xfrm>
            <a:off x="10991850" y="6435511"/>
            <a:ext cx="865188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0" name="Google Shape;270;p72"/>
          <p:cNvSpPr txBox="1"/>
          <p:nvPr>
            <p:ph idx="3" type="body"/>
          </p:nvPr>
        </p:nvSpPr>
        <p:spPr>
          <a:xfrm>
            <a:off x="6160226" y="1700213"/>
            <a:ext cx="5688874" cy="4559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2pPr>
            <a:lvl3pPr indent="-292100" lvl="2" marL="13716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2 graphs (small)">
  <p:cSld name="Text and 2 graphs (small)">
    <p:bg>
      <p:bgPr>
        <a:solidFill>
          <a:srgbClr val="F2F2F2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73"/>
          <p:cNvSpPr txBox="1"/>
          <p:nvPr>
            <p:ph type="title"/>
          </p:nvPr>
        </p:nvSpPr>
        <p:spPr>
          <a:xfrm>
            <a:off x="341314" y="341313"/>
            <a:ext cx="4721225" cy="546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73"/>
          <p:cNvSpPr txBox="1"/>
          <p:nvPr>
            <p:ph idx="1" type="body"/>
          </p:nvPr>
        </p:nvSpPr>
        <p:spPr>
          <a:xfrm>
            <a:off x="341313" y="1943896"/>
            <a:ext cx="4721225" cy="201126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216000">
            <a:normAutofit/>
          </a:bodyPr>
          <a:lstStyle>
            <a:lvl1pPr indent="-228600" lvl="0" marL="457200" algn="l">
              <a:lnSpc>
                <a:spcPct val="183333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4" name="Google Shape;274;p73"/>
          <p:cNvSpPr txBox="1"/>
          <p:nvPr>
            <p:ph idx="2" type="body"/>
          </p:nvPr>
        </p:nvSpPr>
        <p:spPr>
          <a:xfrm>
            <a:off x="341312" y="4251428"/>
            <a:ext cx="4721225" cy="201126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216000">
            <a:normAutofit/>
          </a:bodyPr>
          <a:lstStyle>
            <a:lvl1pPr indent="-228600" lvl="0" marL="457200" algn="l">
              <a:lnSpc>
                <a:spcPct val="183333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5" name="Google Shape;275;p73"/>
          <p:cNvSpPr txBox="1"/>
          <p:nvPr>
            <p:ph idx="3" type="body"/>
          </p:nvPr>
        </p:nvSpPr>
        <p:spPr>
          <a:xfrm>
            <a:off x="342901" y="1668354"/>
            <a:ext cx="3752850" cy="2047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6" name="Google Shape;276;p73"/>
          <p:cNvSpPr txBox="1"/>
          <p:nvPr>
            <p:ph idx="4" type="body"/>
          </p:nvPr>
        </p:nvSpPr>
        <p:spPr>
          <a:xfrm>
            <a:off x="342901" y="3979946"/>
            <a:ext cx="4717965" cy="2047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7" name="Google Shape;277;p73"/>
          <p:cNvSpPr txBox="1"/>
          <p:nvPr>
            <p:ph idx="10" type="dt"/>
          </p:nvPr>
        </p:nvSpPr>
        <p:spPr>
          <a:xfrm>
            <a:off x="4230190" y="6435511"/>
            <a:ext cx="832349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73"/>
          <p:cNvSpPr txBox="1"/>
          <p:nvPr>
            <p:ph idx="11" type="ftr"/>
          </p:nvPr>
        </p:nvSpPr>
        <p:spPr>
          <a:xfrm>
            <a:off x="6159499" y="6435511"/>
            <a:ext cx="3751264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73"/>
          <p:cNvSpPr txBox="1"/>
          <p:nvPr>
            <p:ph idx="12" type="sldNum"/>
          </p:nvPr>
        </p:nvSpPr>
        <p:spPr>
          <a:xfrm>
            <a:off x="10991850" y="6435511"/>
            <a:ext cx="865188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0" name="Google Shape;280;p73"/>
          <p:cNvSpPr txBox="1"/>
          <p:nvPr>
            <p:ph idx="5" type="body"/>
          </p:nvPr>
        </p:nvSpPr>
        <p:spPr>
          <a:xfrm>
            <a:off x="6160226" y="1700213"/>
            <a:ext cx="5688874" cy="4559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2pPr>
            <a:lvl3pPr indent="-292100" lvl="2" marL="13716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4 grapsh (small)">
  <p:cSld name="Text and 4 grapsh (small)">
    <p:bg>
      <p:bgPr>
        <a:solidFill>
          <a:srgbClr val="F2F2F2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74"/>
          <p:cNvSpPr txBox="1"/>
          <p:nvPr>
            <p:ph type="title"/>
          </p:nvPr>
        </p:nvSpPr>
        <p:spPr>
          <a:xfrm>
            <a:off x="341314" y="341313"/>
            <a:ext cx="4721225" cy="546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74"/>
          <p:cNvSpPr txBox="1"/>
          <p:nvPr>
            <p:ph idx="1" type="body"/>
          </p:nvPr>
        </p:nvSpPr>
        <p:spPr>
          <a:xfrm>
            <a:off x="341313" y="1943896"/>
            <a:ext cx="4721225" cy="201126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216000">
            <a:normAutofit/>
          </a:bodyPr>
          <a:lstStyle>
            <a:lvl1pPr indent="-228600" lvl="0" marL="457200" algn="l">
              <a:lnSpc>
                <a:spcPct val="183333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4" name="Google Shape;284;p74"/>
          <p:cNvSpPr txBox="1"/>
          <p:nvPr>
            <p:ph idx="2" type="body"/>
          </p:nvPr>
        </p:nvSpPr>
        <p:spPr>
          <a:xfrm>
            <a:off x="341313" y="4251428"/>
            <a:ext cx="2299876" cy="201126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216000">
            <a:normAutofit/>
          </a:bodyPr>
          <a:lstStyle>
            <a:lvl1pPr indent="-228600" lvl="0" marL="457200" algn="l">
              <a:lnSpc>
                <a:spcPct val="183333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5" name="Google Shape;285;p74"/>
          <p:cNvSpPr txBox="1"/>
          <p:nvPr>
            <p:ph idx="3" type="body"/>
          </p:nvPr>
        </p:nvSpPr>
        <p:spPr>
          <a:xfrm>
            <a:off x="2762662" y="4251428"/>
            <a:ext cx="2299876" cy="201126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216000">
            <a:normAutofit/>
          </a:bodyPr>
          <a:lstStyle>
            <a:lvl1pPr indent="-228600" lvl="0" marL="457200" algn="l">
              <a:lnSpc>
                <a:spcPct val="183333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6" name="Google Shape;286;p74"/>
          <p:cNvSpPr txBox="1"/>
          <p:nvPr>
            <p:ph idx="4" type="body"/>
          </p:nvPr>
        </p:nvSpPr>
        <p:spPr>
          <a:xfrm>
            <a:off x="342901" y="1668354"/>
            <a:ext cx="3752850" cy="2047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7" name="Google Shape;287;p74"/>
          <p:cNvSpPr txBox="1"/>
          <p:nvPr>
            <p:ph idx="5" type="body"/>
          </p:nvPr>
        </p:nvSpPr>
        <p:spPr>
          <a:xfrm>
            <a:off x="342902" y="3979946"/>
            <a:ext cx="2298288" cy="2047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8" name="Google Shape;288;p74"/>
          <p:cNvSpPr txBox="1"/>
          <p:nvPr>
            <p:ph idx="6" type="body"/>
          </p:nvPr>
        </p:nvSpPr>
        <p:spPr>
          <a:xfrm>
            <a:off x="2764250" y="3979946"/>
            <a:ext cx="2298288" cy="2047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9" name="Google Shape;289;p74"/>
          <p:cNvSpPr txBox="1"/>
          <p:nvPr>
            <p:ph idx="10" type="dt"/>
          </p:nvPr>
        </p:nvSpPr>
        <p:spPr>
          <a:xfrm>
            <a:off x="4230190" y="6435511"/>
            <a:ext cx="832349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74"/>
          <p:cNvSpPr txBox="1"/>
          <p:nvPr>
            <p:ph idx="11" type="ftr"/>
          </p:nvPr>
        </p:nvSpPr>
        <p:spPr>
          <a:xfrm>
            <a:off x="6159499" y="6435511"/>
            <a:ext cx="3751264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74"/>
          <p:cNvSpPr txBox="1"/>
          <p:nvPr>
            <p:ph idx="12" type="sldNum"/>
          </p:nvPr>
        </p:nvSpPr>
        <p:spPr>
          <a:xfrm>
            <a:off x="10991850" y="6435511"/>
            <a:ext cx="865188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2" name="Google Shape;292;p74"/>
          <p:cNvSpPr txBox="1"/>
          <p:nvPr>
            <p:ph idx="7" type="body"/>
          </p:nvPr>
        </p:nvSpPr>
        <p:spPr>
          <a:xfrm>
            <a:off x="6160226" y="1700213"/>
            <a:ext cx="5688874" cy="4559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2pPr>
            <a:lvl3pPr indent="-292100" lvl="2" marL="13716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file x1" showMasterSp="0">
  <p:cSld name="Profile x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75"/>
          <p:cNvSpPr txBox="1"/>
          <p:nvPr>
            <p:ph type="title"/>
          </p:nvPr>
        </p:nvSpPr>
        <p:spPr>
          <a:xfrm>
            <a:off x="331787" y="3574839"/>
            <a:ext cx="473075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75"/>
          <p:cNvSpPr/>
          <p:nvPr>
            <p:ph idx="2" type="pic"/>
          </p:nvPr>
        </p:nvSpPr>
        <p:spPr>
          <a:xfrm>
            <a:off x="6157913" y="341313"/>
            <a:ext cx="5691187" cy="5921376"/>
          </a:xfrm>
          <a:prstGeom prst="rect">
            <a:avLst/>
          </a:prstGeom>
          <a:noFill/>
          <a:ln>
            <a:noFill/>
          </a:ln>
        </p:spPr>
      </p:sp>
      <p:sp>
        <p:nvSpPr>
          <p:cNvPr id="296" name="Google Shape;296;p75"/>
          <p:cNvSpPr txBox="1"/>
          <p:nvPr/>
        </p:nvSpPr>
        <p:spPr>
          <a:xfrm>
            <a:off x="332169" y="6435512"/>
            <a:ext cx="2567442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05055"/>
                </a:solidFill>
                <a:latin typeface="Arial"/>
                <a:ea typeface="Arial"/>
                <a:cs typeface="Arial"/>
                <a:sym typeface="Arial"/>
              </a:rPr>
              <a:t>© Bangkok Bank</a:t>
            </a:r>
            <a:endParaRPr sz="1000">
              <a:solidFill>
                <a:srgbClr val="5050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75"/>
          <p:cNvSpPr txBox="1"/>
          <p:nvPr>
            <p:ph idx="10" type="dt"/>
          </p:nvPr>
        </p:nvSpPr>
        <p:spPr>
          <a:xfrm>
            <a:off x="4230190" y="6435511"/>
            <a:ext cx="832349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75"/>
          <p:cNvSpPr txBox="1"/>
          <p:nvPr>
            <p:ph idx="11" type="ftr"/>
          </p:nvPr>
        </p:nvSpPr>
        <p:spPr>
          <a:xfrm>
            <a:off x="6159499" y="6435511"/>
            <a:ext cx="3751264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75"/>
          <p:cNvSpPr txBox="1"/>
          <p:nvPr>
            <p:ph idx="12" type="sldNum"/>
          </p:nvPr>
        </p:nvSpPr>
        <p:spPr>
          <a:xfrm>
            <a:off x="10991850" y="6435511"/>
            <a:ext cx="865188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0" name="Google Shape;300;p75"/>
          <p:cNvSpPr txBox="1"/>
          <p:nvPr>
            <p:ph idx="1" type="body"/>
          </p:nvPr>
        </p:nvSpPr>
        <p:spPr>
          <a:xfrm>
            <a:off x="331788" y="3957425"/>
            <a:ext cx="473075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1" name="Google Shape;301;p75"/>
          <p:cNvSpPr txBox="1"/>
          <p:nvPr>
            <p:ph idx="3" type="body"/>
          </p:nvPr>
        </p:nvSpPr>
        <p:spPr>
          <a:xfrm>
            <a:off x="331789" y="4670425"/>
            <a:ext cx="3760786" cy="15922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2pPr>
            <a:lvl3pPr indent="-292100" lvl="2" marL="137160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file x4">
  <p:cSld name="Profile x4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76"/>
          <p:cNvSpPr txBox="1"/>
          <p:nvPr>
            <p:ph type="title"/>
          </p:nvPr>
        </p:nvSpPr>
        <p:spPr>
          <a:xfrm>
            <a:off x="341313" y="341313"/>
            <a:ext cx="6658611" cy="546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76"/>
          <p:cNvSpPr/>
          <p:nvPr>
            <p:ph idx="2" type="pic"/>
          </p:nvPr>
        </p:nvSpPr>
        <p:spPr>
          <a:xfrm>
            <a:off x="341313" y="1700213"/>
            <a:ext cx="2779009" cy="1874837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76"/>
          <p:cNvSpPr txBox="1"/>
          <p:nvPr>
            <p:ph idx="1" type="body"/>
          </p:nvPr>
        </p:nvSpPr>
        <p:spPr>
          <a:xfrm>
            <a:off x="348503" y="3701178"/>
            <a:ext cx="2775698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06" name="Google Shape;306;p76"/>
          <p:cNvSpPr txBox="1"/>
          <p:nvPr>
            <p:ph idx="3" type="body"/>
          </p:nvPr>
        </p:nvSpPr>
        <p:spPr>
          <a:xfrm>
            <a:off x="349250" y="4373563"/>
            <a:ext cx="2778125" cy="188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7" name="Google Shape;307;p76"/>
          <p:cNvSpPr/>
          <p:nvPr>
            <p:ph idx="4" type="pic"/>
          </p:nvPr>
        </p:nvSpPr>
        <p:spPr>
          <a:xfrm>
            <a:off x="3253491" y="1700213"/>
            <a:ext cx="2779009" cy="1874837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76"/>
          <p:cNvSpPr txBox="1"/>
          <p:nvPr>
            <p:ph idx="5" type="body"/>
          </p:nvPr>
        </p:nvSpPr>
        <p:spPr>
          <a:xfrm>
            <a:off x="3249613" y="3701178"/>
            <a:ext cx="2775698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09" name="Google Shape;309;p76"/>
          <p:cNvSpPr txBox="1"/>
          <p:nvPr>
            <p:ph idx="6" type="body"/>
          </p:nvPr>
        </p:nvSpPr>
        <p:spPr>
          <a:xfrm>
            <a:off x="3252402" y="4373563"/>
            <a:ext cx="2779009" cy="188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0" name="Google Shape;310;p76"/>
          <p:cNvSpPr/>
          <p:nvPr>
            <p:ph idx="7" type="pic"/>
          </p:nvPr>
        </p:nvSpPr>
        <p:spPr>
          <a:xfrm>
            <a:off x="6157913" y="1700212"/>
            <a:ext cx="2779200" cy="1874837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76"/>
          <p:cNvSpPr txBox="1"/>
          <p:nvPr>
            <p:ph idx="8" type="body"/>
          </p:nvPr>
        </p:nvSpPr>
        <p:spPr>
          <a:xfrm>
            <a:off x="6165102" y="3701178"/>
            <a:ext cx="2775698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12" name="Google Shape;312;p76"/>
          <p:cNvSpPr txBox="1"/>
          <p:nvPr>
            <p:ph idx="9" type="body"/>
          </p:nvPr>
        </p:nvSpPr>
        <p:spPr>
          <a:xfrm>
            <a:off x="6160588" y="4373562"/>
            <a:ext cx="2779200" cy="188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3" name="Google Shape;313;p76"/>
          <p:cNvSpPr/>
          <p:nvPr>
            <p:ph idx="13" type="pic"/>
          </p:nvPr>
        </p:nvSpPr>
        <p:spPr>
          <a:xfrm>
            <a:off x="9063924" y="1700213"/>
            <a:ext cx="2779200" cy="1874836"/>
          </a:xfrm>
          <a:prstGeom prst="rect">
            <a:avLst/>
          </a:prstGeom>
          <a:noFill/>
          <a:ln>
            <a:noFill/>
          </a:ln>
        </p:spPr>
      </p:sp>
      <p:sp>
        <p:nvSpPr>
          <p:cNvPr id="314" name="Google Shape;314;p76"/>
          <p:cNvSpPr txBox="1"/>
          <p:nvPr>
            <p:ph idx="14" type="body"/>
          </p:nvPr>
        </p:nvSpPr>
        <p:spPr>
          <a:xfrm>
            <a:off x="9063924" y="3701178"/>
            <a:ext cx="2775698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875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15" name="Google Shape;315;p76"/>
          <p:cNvSpPr txBox="1"/>
          <p:nvPr>
            <p:ph idx="15" type="body"/>
          </p:nvPr>
        </p:nvSpPr>
        <p:spPr>
          <a:xfrm>
            <a:off x="9063924" y="4373562"/>
            <a:ext cx="2779200" cy="188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1pPr>
            <a:lvl2pPr indent="-342900" lvl="1" marL="9144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6" name="Google Shape;316;p76"/>
          <p:cNvSpPr txBox="1"/>
          <p:nvPr>
            <p:ph idx="10" type="dt"/>
          </p:nvPr>
        </p:nvSpPr>
        <p:spPr>
          <a:xfrm>
            <a:off x="4230190" y="6435511"/>
            <a:ext cx="832349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76"/>
          <p:cNvSpPr txBox="1"/>
          <p:nvPr>
            <p:ph idx="11" type="ftr"/>
          </p:nvPr>
        </p:nvSpPr>
        <p:spPr>
          <a:xfrm>
            <a:off x="6159499" y="6435511"/>
            <a:ext cx="3751264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76"/>
          <p:cNvSpPr txBox="1"/>
          <p:nvPr>
            <p:ph idx="12" type="sldNum"/>
          </p:nvPr>
        </p:nvSpPr>
        <p:spPr>
          <a:xfrm>
            <a:off x="10991850" y="6435511"/>
            <a:ext cx="865188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9" name="Google Shape;319;p76"/>
          <p:cNvSpPr txBox="1"/>
          <p:nvPr>
            <p:ph idx="16" type="body"/>
          </p:nvPr>
        </p:nvSpPr>
        <p:spPr>
          <a:xfrm>
            <a:off x="348503" y="3943136"/>
            <a:ext cx="2778872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0" name="Google Shape;320;p76"/>
          <p:cNvSpPr txBox="1"/>
          <p:nvPr>
            <p:ph idx="17" type="body"/>
          </p:nvPr>
        </p:nvSpPr>
        <p:spPr>
          <a:xfrm>
            <a:off x="3249613" y="3943136"/>
            <a:ext cx="2775698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1" name="Google Shape;321;p76"/>
          <p:cNvSpPr txBox="1"/>
          <p:nvPr>
            <p:ph idx="18" type="body"/>
          </p:nvPr>
        </p:nvSpPr>
        <p:spPr>
          <a:xfrm>
            <a:off x="6165102" y="3943136"/>
            <a:ext cx="2775698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2" name="Google Shape;322;p76"/>
          <p:cNvSpPr txBox="1"/>
          <p:nvPr>
            <p:ph idx="19" type="body"/>
          </p:nvPr>
        </p:nvSpPr>
        <p:spPr>
          <a:xfrm>
            <a:off x="9063924" y="3943136"/>
            <a:ext cx="2775698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video container">
  <p:cSld name="Centered video container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77"/>
          <p:cNvSpPr txBox="1"/>
          <p:nvPr>
            <p:ph idx="10" type="dt"/>
          </p:nvPr>
        </p:nvSpPr>
        <p:spPr>
          <a:xfrm>
            <a:off x="4230190" y="6435511"/>
            <a:ext cx="832349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77"/>
          <p:cNvSpPr txBox="1"/>
          <p:nvPr>
            <p:ph idx="11" type="ftr"/>
          </p:nvPr>
        </p:nvSpPr>
        <p:spPr>
          <a:xfrm>
            <a:off x="6159499" y="6435511"/>
            <a:ext cx="3751264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77"/>
          <p:cNvSpPr txBox="1"/>
          <p:nvPr>
            <p:ph idx="12" type="sldNum"/>
          </p:nvPr>
        </p:nvSpPr>
        <p:spPr>
          <a:xfrm>
            <a:off x="10991850" y="6435511"/>
            <a:ext cx="865188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7" name="Google Shape;327;p77"/>
          <p:cNvSpPr/>
          <p:nvPr>
            <p:ph idx="2" type="media"/>
          </p:nvPr>
        </p:nvSpPr>
        <p:spPr>
          <a:xfrm>
            <a:off x="2280444" y="1016000"/>
            <a:ext cx="7631113" cy="4209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0">
            <a:noAutofit/>
          </a:bodyPr>
          <a:lstStyle>
            <a:lvl1pPr lvl="0" marR="0" rtl="0" algn="ctr">
              <a:lnSpc>
                <a:spcPct val="183333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78"/>
          <p:cNvSpPr txBox="1"/>
          <p:nvPr>
            <p:ph type="title"/>
          </p:nvPr>
        </p:nvSpPr>
        <p:spPr>
          <a:xfrm>
            <a:off x="341313" y="341313"/>
            <a:ext cx="6659880" cy="546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0" name="Google Shape;330;p78"/>
          <p:cNvSpPr txBox="1"/>
          <p:nvPr>
            <p:ph idx="10" type="dt"/>
          </p:nvPr>
        </p:nvSpPr>
        <p:spPr>
          <a:xfrm>
            <a:off x="4230190" y="6435511"/>
            <a:ext cx="832349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78"/>
          <p:cNvSpPr txBox="1"/>
          <p:nvPr>
            <p:ph idx="11" type="ftr"/>
          </p:nvPr>
        </p:nvSpPr>
        <p:spPr>
          <a:xfrm>
            <a:off x="6159499" y="6435511"/>
            <a:ext cx="3751264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78"/>
          <p:cNvSpPr txBox="1"/>
          <p:nvPr>
            <p:ph idx="12" type="sldNum"/>
          </p:nvPr>
        </p:nvSpPr>
        <p:spPr>
          <a:xfrm>
            <a:off x="10991850" y="6435511"/>
            <a:ext cx="865188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3" name="Google Shape;333;p78"/>
          <p:cNvSpPr txBox="1"/>
          <p:nvPr>
            <p:ph idx="1" type="body"/>
          </p:nvPr>
        </p:nvSpPr>
        <p:spPr>
          <a:xfrm>
            <a:off x="347946" y="1012825"/>
            <a:ext cx="3744629" cy="1263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79"/>
          <p:cNvSpPr txBox="1"/>
          <p:nvPr>
            <p:ph idx="10" type="dt"/>
          </p:nvPr>
        </p:nvSpPr>
        <p:spPr>
          <a:xfrm>
            <a:off x="4230190" y="6435511"/>
            <a:ext cx="832349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79"/>
          <p:cNvSpPr txBox="1"/>
          <p:nvPr>
            <p:ph idx="11" type="ftr"/>
          </p:nvPr>
        </p:nvSpPr>
        <p:spPr>
          <a:xfrm>
            <a:off x="6159499" y="6435511"/>
            <a:ext cx="3751264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7" name="Google Shape;337;p79"/>
          <p:cNvSpPr txBox="1"/>
          <p:nvPr>
            <p:ph idx="12" type="sldNum"/>
          </p:nvPr>
        </p:nvSpPr>
        <p:spPr>
          <a:xfrm>
            <a:off x="10991850" y="6435511"/>
            <a:ext cx="865188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tro" showMasterSp="0">
  <p:cSld name="Outro">
    <p:bg>
      <p:bgPr>
        <a:solidFill>
          <a:srgbClr val="002850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80"/>
          <p:cNvSpPr txBox="1"/>
          <p:nvPr>
            <p:ph type="title"/>
          </p:nvPr>
        </p:nvSpPr>
        <p:spPr>
          <a:xfrm>
            <a:off x="345267" y="1700213"/>
            <a:ext cx="5687233" cy="1874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40" name="Google Shape;340;p80"/>
          <p:cNvGrpSpPr/>
          <p:nvPr/>
        </p:nvGrpSpPr>
        <p:grpSpPr>
          <a:xfrm>
            <a:off x="347176" y="340519"/>
            <a:ext cx="2059200" cy="511643"/>
            <a:chOff x="345229" y="342966"/>
            <a:chExt cx="2183551" cy="543683"/>
          </a:xfrm>
        </p:grpSpPr>
        <p:sp>
          <p:nvSpPr>
            <p:cNvPr id="341" name="Google Shape;341;p80"/>
            <p:cNvSpPr/>
            <p:nvPr/>
          </p:nvSpPr>
          <p:spPr>
            <a:xfrm>
              <a:off x="857264" y="531417"/>
              <a:ext cx="142031" cy="187586"/>
            </a:xfrm>
            <a:custGeom>
              <a:rect b="b" l="l" r="r" t="t"/>
              <a:pathLst>
                <a:path extrusionOk="0" h="187586" w="142031">
                  <a:moveTo>
                    <a:pt x="0" y="5"/>
                  </a:moveTo>
                  <a:lnTo>
                    <a:pt x="75572" y="5"/>
                  </a:lnTo>
                  <a:cubicBezTo>
                    <a:pt x="109873" y="5"/>
                    <a:pt x="132115" y="20106"/>
                    <a:pt x="132115" y="47436"/>
                  </a:cubicBezTo>
                  <a:cubicBezTo>
                    <a:pt x="132115" y="66731"/>
                    <a:pt x="121665" y="80666"/>
                    <a:pt x="105317" y="87631"/>
                  </a:cubicBezTo>
                  <a:cubicBezTo>
                    <a:pt x="126754" y="93796"/>
                    <a:pt x="142032" y="111215"/>
                    <a:pt x="142032" y="133990"/>
                  </a:cubicBezTo>
                  <a:cubicBezTo>
                    <a:pt x="142032" y="165345"/>
                    <a:pt x="119790" y="187587"/>
                    <a:pt x="81199" y="187587"/>
                  </a:cubicBezTo>
                  <a:lnTo>
                    <a:pt x="0" y="187587"/>
                  </a:lnTo>
                  <a:lnTo>
                    <a:pt x="0" y="0"/>
                  </a:lnTo>
                  <a:lnTo>
                    <a:pt x="0" y="5"/>
                  </a:lnTo>
                  <a:close/>
                  <a:moveTo>
                    <a:pt x="69679" y="77719"/>
                  </a:moveTo>
                  <a:cubicBezTo>
                    <a:pt x="85755" y="77719"/>
                    <a:pt x="97547" y="69146"/>
                    <a:pt x="97547" y="51992"/>
                  </a:cubicBezTo>
                  <a:cubicBezTo>
                    <a:pt x="97547" y="34839"/>
                    <a:pt x="84951" y="27070"/>
                    <a:pt x="69412" y="27070"/>
                  </a:cubicBezTo>
                  <a:lnTo>
                    <a:pt x="35111" y="27070"/>
                  </a:lnTo>
                  <a:lnTo>
                    <a:pt x="35111" y="77719"/>
                  </a:lnTo>
                  <a:lnTo>
                    <a:pt x="69679" y="77719"/>
                  </a:lnTo>
                  <a:close/>
                  <a:moveTo>
                    <a:pt x="75572" y="160527"/>
                  </a:moveTo>
                  <a:cubicBezTo>
                    <a:pt x="92453" y="160527"/>
                    <a:pt x="106660" y="151954"/>
                    <a:pt x="106660" y="132120"/>
                  </a:cubicBezTo>
                  <a:cubicBezTo>
                    <a:pt x="106660" y="112287"/>
                    <a:pt x="92459" y="103446"/>
                    <a:pt x="74235" y="103446"/>
                  </a:cubicBezTo>
                  <a:lnTo>
                    <a:pt x="35106" y="103446"/>
                  </a:lnTo>
                  <a:lnTo>
                    <a:pt x="35106" y="160527"/>
                  </a:lnTo>
                  <a:lnTo>
                    <a:pt x="75572" y="1605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80"/>
            <p:cNvSpPr/>
            <p:nvPr/>
          </p:nvSpPr>
          <p:spPr>
            <a:xfrm>
              <a:off x="1009873" y="579660"/>
              <a:ext cx="135868" cy="143102"/>
            </a:xfrm>
            <a:custGeom>
              <a:rect b="b" l="l" r="r" t="t"/>
              <a:pathLst>
                <a:path extrusionOk="0" h="143102" w="135868">
                  <a:moveTo>
                    <a:pt x="0" y="71554"/>
                  </a:moveTo>
                  <a:cubicBezTo>
                    <a:pt x="0" y="30017"/>
                    <a:pt x="22239" y="0"/>
                    <a:pt x="60028" y="0"/>
                  </a:cubicBezTo>
                  <a:cubicBezTo>
                    <a:pt x="79325" y="0"/>
                    <a:pt x="93790" y="8845"/>
                    <a:pt x="102905" y="24117"/>
                  </a:cubicBezTo>
                  <a:lnTo>
                    <a:pt x="102905" y="3751"/>
                  </a:lnTo>
                  <a:lnTo>
                    <a:pt x="135868" y="3751"/>
                  </a:lnTo>
                  <a:lnTo>
                    <a:pt x="135868" y="139351"/>
                  </a:lnTo>
                  <a:lnTo>
                    <a:pt x="102905" y="139351"/>
                  </a:lnTo>
                  <a:lnTo>
                    <a:pt x="102905" y="118985"/>
                  </a:lnTo>
                  <a:cubicBezTo>
                    <a:pt x="93790" y="133990"/>
                    <a:pt x="79318" y="143103"/>
                    <a:pt x="60028" y="143103"/>
                  </a:cubicBezTo>
                  <a:cubicBezTo>
                    <a:pt x="22239" y="143103"/>
                    <a:pt x="0" y="113086"/>
                    <a:pt x="0" y="71549"/>
                  </a:cubicBezTo>
                  <a:lnTo>
                    <a:pt x="0" y="71554"/>
                  </a:lnTo>
                  <a:close/>
                  <a:moveTo>
                    <a:pt x="68069" y="115505"/>
                  </a:moveTo>
                  <a:cubicBezTo>
                    <a:pt x="90313" y="115505"/>
                    <a:pt x="102368" y="97553"/>
                    <a:pt x="102368" y="71554"/>
                  </a:cubicBezTo>
                  <a:cubicBezTo>
                    <a:pt x="102368" y="45555"/>
                    <a:pt x="90313" y="27602"/>
                    <a:pt x="68069" y="27602"/>
                  </a:cubicBezTo>
                  <a:cubicBezTo>
                    <a:pt x="45825" y="27602"/>
                    <a:pt x="33770" y="45555"/>
                    <a:pt x="33770" y="71554"/>
                  </a:cubicBezTo>
                  <a:cubicBezTo>
                    <a:pt x="33770" y="97553"/>
                    <a:pt x="46093" y="115505"/>
                    <a:pt x="68069" y="1155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80"/>
            <p:cNvSpPr/>
            <p:nvPr/>
          </p:nvSpPr>
          <p:spPr>
            <a:xfrm>
              <a:off x="1169824" y="579922"/>
              <a:ext cx="123274" cy="139085"/>
            </a:xfrm>
            <a:custGeom>
              <a:rect b="b" l="l" r="r" t="t"/>
              <a:pathLst>
                <a:path extrusionOk="0" h="139085" w="123274">
                  <a:moveTo>
                    <a:pt x="7" y="3485"/>
                  </a:moveTo>
                  <a:lnTo>
                    <a:pt x="32970" y="3485"/>
                  </a:lnTo>
                  <a:lnTo>
                    <a:pt x="32970" y="24923"/>
                  </a:lnTo>
                  <a:cubicBezTo>
                    <a:pt x="40736" y="8846"/>
                    <a:pt x="57355" y="0"/>
                    <a:pt x="74773" y="0"/>
                  </a:cubicBezTo>
                  <a:cubicBezTo>
                    <a:pt x="106662" y="0"/>
                    <a:pt x="123275" y="19295"/>
                    <a:pt x="123275" y="52259"/>
                  </a:cubicBezTo>
                  <a:lnTo>
                    <a:pt x="123275" y="139086"/>
                  </a:lnTo>
                  <a:lnTo>
                    <a:pt x="89506" y="139086"/>
                  </a:lnTo>
                  <a:lnTo>
                    <a:pt x="89506" y="58153"/>
                  </a:lnTo>
                  <a:cubicBezTo>
                    <a:pt x="89506" y="38857"/>
                    <a:pt x="81465" y="27603"/>
                    <a:pt x="63779" y="27603"/>
                  </a:cubicBezTo>
                  <a:cubicBezTo>
                    <a:pt x="44750" y="27603"/>
                    <a:pt x="33762" y="42076"/>
                    <a:pt x="33762" y="66727"/>
                  </a:cubicBezTo>
                  <a:lnTo>
                    <a:pt x="33762" y="139086"/>
                  </a:lnTo>
                  <a:lnTo>
                    <a:pt x="0" y="139086"/>
                  </a:lnTo>
                  <a:lnTo>
                    <a:pt x="0" y="3485"/>
                  </a:lnTo>
                  <a:lnTo>
                    <a:pt x="7" y="348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80"/>
            <p:cNvSpPr/>
            <p:nvPr/>
          </p:nvSpPr>
          <p:spPr>
            <a:xfrm>
              <a:off x="1309168" y="579660"/>
              <a:ext cx="132114" cy="191343"/>
            </a:xfrm>
            <a:custGeom>
              <a:rect b="b" l="l" r="r" t="t"/>
              <a:pathLst>
                <a:path extrusionOk="0" h="191343" w="132114">
                  <a:moveTo>
                    <a:pt x="2678" y="147931"/>
                  </a:moveTo>
                  <a:lnTo>
                    <a:pt x="36977" y="147931"/>
                  </a:lnTo>
                  <a:cubicBezTo>
                    <a:pt x="40199" y="158380"/>
                    <a:pt x="49844" y="165350"/>
                    <a:pt x="66457" y="165350"/>
                  </a:cubicBezTo>
                  <a:cubicBezTo>
                    <a:pt x="89238" y="165350"/>
                    <a:pt x="98346" y="151149"/>
                    <a:pt x="98346" y="130244"/>
                  </a:cubicBezTo>
                  <a:lnTo>
                    <a:pt x="98346" y="114967"/>
                  </a:lnTo>
                  <a:cubicBezTo>
                    <a:pt x="89506" y="126759"/>
                    <a:pt x="76109" y="133724"/>
                    <a:pt x="58953" y="133724"/>
                  </a:cubicBezTo>
                  <a:cubicBezTo>
                    <a:pt x="21975" y="133724"/>
                    <a:pt x="0" y="105855"/>
                    <a:pt x="0" y="66998"/>
                  </a:cubicBezTo>
                  <a:cubicBezTo>
                    <a:pt x="0" y="28141"/>
                    <a:pt x="21975" y="0"/>
                    <a:pt x="58953" y="0"/>
                  </a:cubicBezTo>
                  <a:cubicBezTo>
                    <a:pt x="76914" y="0"/>
                    <a:pt x="90573" y="8041"/>
                    <a:pt x="99420" y="21171"/>
                  </a:cubicBezTo>
                  <a:lnTo>
                    <a:pt x="99420" y="3751"/>
                  </a:lnTo>
                  <a:lnTo>
                    <a:pt x="132115" y="3751"/>
                  </a:lnTo>
                  <a:lnTo>
                    <a:pt x="132115" y="129972"/>
                  </a:lnTo>
                  <a:cubicBezTo>
                    <a:pt x="132115" y="169096"/>
                    <a:pt x="106119" y="191344"/>
                    <a:pt x="65920" y="191344"/>
                  </a:cubicBezTo>
                  <a:cubicBezTo>
                    <a:pt x="30010" y="191344"/>
                    <a:pt x="6699" y="174463"/>
                    <a:pt x="2671" y="147931"/>
                  </a:cubicBezTo>
                  <a:lnTo>
                    <a:pt x="2678" y="147931"/>
                  </a:lnTo>
                  <a:close/>
                  <a:moveTo>
                    <a:pt x="66732" y="106393"/>
                  </a:moveTo>
                  <a:cubicBezTo>
                    <a:pt x="87902" y="106393"/>
                    <a:pt x="99957" y="90316"/>
                    <a:pt x="99957" y="66998"/>
                  </a:cubicBezTo>
                  <a:cubicBezTo>
                    <a:pt x="99957" y="43679"/>
                    <a:pt x="87902" y="27602"/>
                    <a:pt x="66732" y="27602"/>
                  </a:cubicBezTo>
                  <a:cubicBezTo>
                    <a:pt x="45555" y="27602"/>
                    <a:pt x="33769" y="43679"/>
                    <a:pt x="33769" y="66998"/>
                  </a:cubicBezTo>
                  <a:cubicBezTo>
                    <a:pt x="33769" y="90316"/>
                    <a:pt x="45824" y="106393"/>
                    <a:pt x="66732" y="10639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80"/>
            <p:cNvSpPr/>
            <p:nvPr/>
          </p:nvSpPr>
          <p:spPr>
            <a:xfrm>
              <a:off x="1465487" y="531430"/>
              <a:ext cx="129973" cy="187592"/>
            </a:xfrm>
            <a:custGeom>
              <a:rect b="b" l="l" r="r" t="t"/>
              <a:pathLst>
                <a:path extrusionOk="0" h="187592" w="129973">
                  <a:moveTo>
                    <a:pt x="33762" y="121660"/>
                  </a:moveTo>
                  <a:lnTo>
                    <a:pt x="33762" y="187587"/>
                  </a:lnTo>
                  <a:lnTo>
                    <a:pt x="0" y="187587"/>
                  </a:lnTo>
                  <a:lnTo>
                    <a:pt x="0" y="0"/>
                  </a:lnTo>
                  <a:lnTo>
                    <a:pt x="33762" y="0"/>
                  </a:lnTo>
                  <a:lnTo>
                    <a:pt x="33762" y="107731"/>
                  </a:lnTo>
                  <a:lnTo>
                    <a:pt x="82270" y="51987"/>
                  </a:lnTo>
                  <a:lnTo>
                    <a:pt x="122731" y="51987"/>
                  </a:lnTo>
                  <a:lnTo>
                    <a:pt x="67531" y="113358"/>
                  </a:lnTo>
                  <a:lnTo>
                    <a:pt x="129974" y="187593"/>
                  </a:lnTo>
                  <a:lnTo>
                    <a:pt x="88432" y="187593"/>
                  </a:lnTo>
                  <a:lnTo>
                    <a:pt x="33769" y="121666"/>
                  </a:lnTo>
                  <a:lnTo>
                    <a:pt x="33762" y="1216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80"/>
            <p:cNvSpPr/>
            <p:nvPr/>
          </p:nvSpPr>
          <p:spPr>
            <a:xfrm>
              <a:off x="1586654" y="579391"/>
              <a:ext cx="137209" cy="143641"/>
            </a:xfrm>
            <a:custGeom>
              <a:rect b="b" l="l" r="r" t="t"/>
              <a:pathLst>
                <a:path extrusionOk="0" h="143641" w="137209">
                  <a:moveTo>
                    <a:pt x="0" y="71821"/>
                  </a:moveTo>
                  <a:cubicBezTo>
                    <a:pt x="0" y="30283"/>
                    <a:pt x="25466" y="0"/>
                    <a:pt x="68873" y="0"/>
                  </a:cubicBezTo>
                  <a:cubicBezTo>
                    <a:pt x="112287" y="0"/>
                    <a:pt x="137209" y="30283"/>
                    <a:pt x="137209" y="71821"/>
                  </a:cubicBezTo>
                  <a:cubicBezTo>
                    <a:pt x="137209" y="113358"/>
                    <a:pt x="112025" y="143641"/>
                    <a:pt x="68873" y="143641"/>
                  </a:cubicBezTo>
                  <a:cubicBezTo>
                    <a:pt x="25728" y="143641"/>
                    <a:pt x="0" y="113358"/>
                    <a:pt x="0" y="71821"/>
                  </a:cubicBezTo>
                  <a:close/>
                  <a:moveTo>
                    <a:pt x="68873" y="116305"/>
                  </a:moveTo>
                  <a:cubicBezTo>
                    <a:pt x="91386" y="116305"/>
                    <a:pt x="103441" y="97814"/>
                    <a:pt x="103441" y="71821"/>
                  </a:cubicBezTo>
                  <a:cubicBezTo>
                    <a:pt x="103441" y="45827"/>
                    <a:pt x="91386" y="27337"/>
                    <a:pt x="68873" y="27337"/>
                  </a:cubicBezTo>
                  <a:cubicBezTo>
                    <a:pt x="46367" y="27337"/>
                    <a:pt x="33769" y="46094"/>
                    <a:pt x="33769" y="71821"/>
                  </a:cubicBezTo>
                  <a:cubicBezTo>
                    <a:pt x="33769" y="97548"/>
                    <a:pt x="46099" y="116305"/>
                    <a:pt x="68873" y="1163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80"/>
            <p:cNvSpPr/>
            <p:nvPr/>
          </p:nvSpPr>
          <p:spPr>
            <a:xfrm>
              <a:off x="1740798" y="531430"/>
              <a:ext cx="129973" cy="187592"/>
            </a:xfrm>
            <a:custGeom>
              <a:rect b="b" l="l" r="r" t="t"/>
              <a:pathLst>
                <a:path extrusionOk="0" h="187592" w="129973">
                  <a:moveTo>
                    <a:pt x="33769" y="121660"/>
                  </a:moveTo>
                  <a:lnTo>
                    <a:pt x="33769" y="187587"/>
                  </a:lnTo>
                  <a:lnTo>
                    <a:pt x="0" y="187587"/>
                  </a:lnTo>
                  <a:lnTo>
                    <a:pt x="0" y="0"/>
                  </a:lnTo>
                  <a:lnTo>
                    <a:pt x="33769" y="0"/>
                  </a:lnTo>
                  <a:lnTo>
                    <a:pt x="33769" y="107731"/>
                  </a:lnTo>
                  <a:lnTo>
                    <a:pt x="82270" y="51987"/>
                  </a:lnTo>
                  <a:lnTo>
                    <a:pt x="122738" y="51987"/>
                  </a:lnTo>
                  <a:lnTo>
                    <a:pt x="67531" y="113358"/>
                  </a:lnTo>
                  <a:lnTo>
                    <a:pt x="129974" y="187593"/>
                  </a:lnTo>
                  <a:lnTo>
                    <a:pt x="88439" y="187593"/>
                  </a:lnTo>
                  <a:lnTo>
                    <a:pt x="33769" y="121666"/>
                  </a:lnTo>
                  <a:lnTo>
                    <a:pt x="33769" y="1216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80"/>
            <p:cNvSpPr/>
            <p:nvPr/>
          </p:nvSpPr>
          <p:spPr>
            <a:xfrm>
              <a:off x="1939369" y="531417"/>
              <a:ext cx="142035" cy="187586"/>
            </a:xfrm>
            <a:custGeom>
              <a:rect b="b" l="l" r="r" t="t"/>
              <a:pathLst>
                <a:path extrusionOk="0" h="187586" w="142035">
                  <a:moveTo>
                    <a:pt x="0" y="5"/>
                  </a:moveTo>
                  <a:lnTo>
                    <a:pt x="75572" y="5"/>
                  </a:lnTo>
                  <a:cubicBezTo>
                    <a:pt x="109877" y="5"/>
                    <a:pt x="132115" y="20106"/>
                    <a:pt x="132115" y="47436"/>
                  </a:cubicBezTo>
                  <a:cubicBezTo>
                    <a:pt x="132115" y="66731"/>
                    <a:pt x="121664" y="80666"/>
                    <a:pt x="105320" y="87631"/>
                  </a:cubicBezTo>
                  <a:cubicBezTo>
                    <a:pt x="126759" y="93796"/>
                    <a:pt x="142035" y="111215"/>
                    <a:pt x="142035" y="133990"/>
                  </a:cubicBezTo>
                  <a:cubicBezTo>
                    <a:pt x="142035" y="165345"/>
                    <a:pt x="119791" y="187587"/>
                    <a:pt x="81203" y="187587"/>
                  </a:cubicBezTo>
                  <a:lnTo>
                    <a:pt x="0" y="187587"/>
                  </a:lnTo>
                  <a:lnTo>
                    <a:pt x="0" y="0"/>
                  </a:lnTo>
                  <a:lnTo>
                    <a:pt x="0" y="5"/>
                  </a:lnTo>
                  <a:close/>
                  <a:moveTo>
                    <a:pt x="69679" y="77719"/>
                  </a:moveTo>
                  <a:cubicBezTo>
                    <a:pt x="85754" y="77719"/>
                    <a:pt x="97547" y="69146"/>
                    <a:pt x="97547" y="51992"/>
                  </a:cubicBezTo>
                  <a:cubicBezTo>
                    <a:pt x="97547" y="34839"/>
                    <a:pt x="84949" y="27070"/>
                    <a:pt x="69410" y="27070"/>
                  </a:cubicBezTo>
                  <a:lnTo>
                    <a:pt x="35104" y="27070"/>
                  </a:lnTo>
                  <a:lnTo>
                    <a:pt x="35104" y="77719"/>
                  </a:lnTo>
                  <a:lnTo>
                    <a:pt x="69679" y="77719"/>
                  </a:lnTo>
                  <a:close/>
                  <a:moveTo>
                    <a:pt x="75578" y="160527"/>
                  </a:moveTo>
                  <a:cubicBezTo>
                    <a:pt x="92459" y="160527"/>
                    <a:pt x="106669" y="151954"/>
                    <a:pt x="106669" y="132120"/>
                  </a:cubicBezTo>
                  <a:cubicBezTo>
                    <a:pt x="106669" y="112287"/>
                    <a:pt x="92466" y="103446"/>
                    <a:pt x="74243" y="103446"/>
                  </a:cubicBezTo>
                  <a:lnTo>
                    <a:pt x="35111" y="103446"/>
                  </a:lnTo>
                  <a:lnTo>
                    <a:pt x="35111" y="160527"/>
                  </a:lnTo>
                  <a:lnTo>
                    <a:pt x="75578" y="1605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80"/>
            <p:cNvSpPr/>
            <p:nvPr/>
          </p:nvSpPr>
          <p:spPr>
            <a:xfrm>
              <a:off x="2091983" y="579660"/>
              <a:ext cx="135866" cy="143102"/>
            </a:xfrm>
            <a:custGeom>
              <a:rect b="b" l="l" r="r" t="t"/>
              <a:pathLst>
                <a:path extrusionOk="0" h="143102" w="135866">
                  <a:moveTo>
                    <a:pt x="0" y="71554"/>
                  </a:moveTo>
                  <a:cubicBezTo>
                    <a:pt x="0" y="30017"/>
                    <a:pt x="22237" y="0"/>
                    <a:pt x="60026" y="0"/>
                  </a:cubicBezTo>
                  <a:cubicBezTo>
                    <a:pt x="79317" y="0"/>
                    <a:pt x="93795" y="8845"/>
                    <a:pt x="102904" y="24117"/>
                  </a:cubicBezTo>
                  <a:lnTo>
                    <a:pt x="102904" y="3751"/>
                  </a:lnTo>
                  <a:lnTo>
                    <a:pt x="135867" y="3751"/>
                  </a:lnTo>
                  <a:lnTo>
                    <a:pt x="135867" y="139351"/>
                  </a:lnTo>
                  <a:lnTo>
                    <a:pt x="102904" y="139351"/>
                  </a:lnTo>
                  <a:lnTo>
                    <a:pt x="102904" y="118985"/>
                  </a:lnTo>
                  <a:cubicBezTo>
                    <a:pt x="93795" y="133990"/>
                    <a:pt x="79317" y="143103"/>
                    <a:pt x="60026" y="143103"/>
                  </a:cubicBezTo>
                  <a:cubicBezTo>
                    <a:pt x="22237" y="143103"/>
                    <a:pt x="0" y="113086"/>
                    <a:pt x="0" y="71549"/>
                  </a:cubicBezTo>
                  <a:lnTo>
                    <a:pt x="0" y="71554"/>
                  </a:lnTo>
                  <a:close/>
                  <a:moveTo>
                    <a:pt x="68068" y="115505"/>
                  </a:moveTo>
                  <a:cubicBezTo>
                    <a:pt x="90305" y="115505"/>
                    <a:pt x="102367" y="97553"/>
                    <a:pt x="102367" y="71554"/>
                  </a:cubicBezTo>
                  <a:cubicBezTo>
                    <a:pt x="102367" y="45555"/>
                    <a:pt x="90305" y="27602"/>
                    <a:pt x="68068" y="27602"/>
                  </a:cubicBezTo>
                  <a:cubicBezTo>
                    <a:pt x="45824" y="27602"/>
                    <a:pt x="33762" y="45555"/>
                    <a:pt x="33762" y="71554"/>
                  </a:cubicBezTo>
                  <a:cubicBezTo>
                    <a:pt x="33762" y="97553"/>
                    <a:pt x="46099" y="115505"/>
                    <a:pt x="68068" y="1155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80"/>
            <p:cNvSpPr/>
            <p:nvPr/>
          </p:nvSpPr>
          <p:spPr>
            <a:xfrm>
              <a:off x="2251933" y="579922"/>
              <a:ext cx="123274" cy="139085"/>
            </a:xfrm>
            <a:custGeom>
              <a:rect b="b" l="l" r="r" t="t"/>
              <a:pathLst>
                <a:path extrusionOk="0" h="139085" w="123274">
                  <a:moveTo>
                    <a:pt x="0" y="3485"/>
                  </a:moveTo>
                  <a:lnTo>
                    <a:pt x="32963" y="3485"/>
                  </a:lnTo>
                  <a:lnTo>
                    <a:pt x="32963" y="24923"/>
                  </a:lnTo>
                  <a:cubicBezTo>
                    <a:pt x="40729" y="8846"/>
                    <a:pt x="57348" y="0"/>
                    <a:pt x="74766" y="0"/>
                  </a:cubicBezTo>
                  <a:cubicBezTo>
                    <a:pt x="106656" y="0"/>
                    <a:pt x="123275" y="19295"/>
                    <a:pt x="123275" y="52259"/>
                  </a:cubicBezTo>
                  <a:lnTo>
                    <a:pt x="123275" y="139086"/>
                  </a:lnTo>
                  <a:lnTo>
                    <a:pt x="89506" y="139086"/>
                  </a:lnTo>
                  <a:lnTo>
                    <a:pt x="89506" y="58153"/>
                  </a:lnTo>
                  <a:cubicBezTo>
                    <a:pt x="89506" y="38857"/>
                    <a:pt x="81465" y="27603"/>
                    <a:pt x="63779" y="27603"/>
                  </a:cubicBezTo>
                  <a:cubicBezTo>
                    <a:pt x="44750" y="27603"/>
                    <a:pt x="33769" y="42076"/>
                    <a:pt x="33769" y="66727"/>
                  </a:cubicBezTo>
                  <a:lnTo>
                    <a:pt x="33769" y="139086"/>
                  </a:lnTo>
                  <a:lnTo>
                    <a:pt x="0" y="139086"/>
                  </a:lnTo>
                  <a:lnTo>
                    <a:pt x="0" y="348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80"/>
            <p:cNvSpPr/>
            <p:nvPr/>
          </p:nvSpPr>
          <p:spPr>
            <a:xfrm>
              <a:off x="2398807" y="531430"/>
              <a:ext cx="129973" cy="187592"/>
            </a:xfrm>
            <a:custGeom>
              <a:rect b="b" l="l" r="r" t="t"/>
              <a:pathLst>
                <a:path extrusionOk="0" h="187592" w="129973">
                  <a:moveTo>
                    <a:pt x="33769" y="121660"/>
                  </a:moveTo>
                  <a:lnTo>
                    <a:pt x="33769" y="187587"/>
                  </a:lnTo>
                  <a:lnTo>
                    <a:pt x="0" y="187587"/>
                  </a:lnTo>
                  <a:lnTo>
                    <a:pt x="0" y="0"/>
                  </a:lnTo>
                  <a:lnTo>
                    <a:pt x="33769" y="0"/>
                  </a:lnTo>
                  <a:lnTo>
                    <a:pt x="33769" y="107731"/>
                  </a:lnTo>
                  <a:lnTo>
                    <a:pt x="82270" y="51987"/>
                  </a:lnTo>
                  <a:lnTo>
                    <a:pt x="122738" y="51987"/>
                  </a:lnTo>
                  <a:lnTo>
                    <a:pt x="67531" y="113358"/>
                  </a:lnTo>
                  <a:lnTo>
                    <a:pt x="129973" y="187593"/>
                  </a:lnTo>
                  <a:lnTo>
                    <a:pt x="88439" y="187593"/>
                  </a:lnTo>
                  <a:lnTo>
                    <a:pt x="33769" y="121666"/>
                  </a:lnTo>
                  <a:lnTo>
                    <a:pt x="33769" y="1216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80"/>
            <p:cNvSpPr/>
            <p:nvPr/>
          </p:nvSpPr>
          <p:spPr>
            <a:xfrm>
              <a:off x="345229" y="342966"/>
              <a:ext cx="407761" cy="543683"/>
            </a:xfrm>
            <a:custGeom>
              <a:rect b="b" l="l" r="r" t="t"/>
              <a:pathLst>
                <a:path extrusionOk="0" h="543683" w="407761">
                  <a:moveTo>
                    <a:pt x="369024" y="216794"/>
                  </a:moveTo>
                  <a:lnTo>
                    <a:pt x="203881" y="0"/>
                  </a:lnTo>
                  <a:lnTo>
                    <a:pt x="38737" y="216794"/>
                  </a:lnTo>
                  <a:cubicBezTo>
                    <a:pt x="10874" y="253493"/>
                    <a:pt x="0" y="285434"/>
                    <a:pt x="0" y="320094"/>
                  </a:cubicBezTo>
                  <a:cubicBezTo>
                    <a:pt x="0" y="373103"/>
                    <a:pt x="26505" y="420675"/>
                    <a:pt x="74077" y="453975"/>
                  </a:cubicBezTo>
                  <a:lnTo>
                    <a:pt x="203881" y="543683"/>
                  </a:lnTo>
                  <a:lnTo>
                    <a:pt x="333685" y="453975"/>
                  </a:lnTo>
                  <a:cubicBezTo>
                    <a:pt x="381257" y="420675"/>
                    <a:pt x="407762" y="373103"/>
                    <a:pt x="407762" y="320094"/>
                  </a:cubicBezTo>
                  <a:cubicBezTo>
                    <a:pt x="407762" y="285434"/>
                    <a:pt x="396888" y="253493"/>
                    <a:pt x="369024" y="216794"/>
                  </a:cubicBezTo>
                  <a:close/>
                  <a:moveTo>
                    <a:pt x="177376" y="445140"/>
                  </a:moveTo>
                  <a:lnTo>
                    <a:pt x="177376" y="477082"/>
                  </a:lnTo>
                  <a:lnTo>
                    <a:pt x="97863" y="422714"/>
                  </a:lnTo>
                  <a:cubicBezTo>
                    <a:pt x="60485" y="397569"/>
                    <a:pt x="39417" y="360190"/>
                    <a:pt x="39417" y="322132"/>
                  </a:cubicBezTo>
                  <a:cubicBezTo>
                    <a:pt x="39417" y="302424"/>
                    <a:pt x="44854" y="283394"/>
                    <a:pt x="54368" y="265725"/>
                  </a:cubicBezTo>
                  <a:cubicBezTo>
                    <a:pt x="58446" y="277278"/>
                    <a:pt x="65242" y="288831"/>
                    <a:pt x="80193" y="305822"/>
                  </a:cubicBezTo>
                  <a:lnTo>
                    <a:pt x="164464" y="399607"/>
                  </a:lnTo>
                  <a:cubicBezTo>
                    <a:pt x="178056" y="415238"/>
                    <a:pt x="177376" y="424752"/>
                    <a:pt x="177376" y="445140"/>
                  </a:cubicBezTo>
                  <a:close/>
                  <a:moveTo>
                    <a:pt x="114853" y="285434"/>
                  </a:moveTo>
                  <a:cubicBezTo>
                    <a:pt x="93785" y="262327"/>
                    <a:pt x="89708" y="249414"/>
                    <a:pt x="89708" y="235823"/>
                  </a:cubicBezTo>
                  <a:cubicBezTo>
                    <a:pt x="89708" y="222230"/>
                    <a:pt x="92426" y="211357"/>
                    <a:pt x="108737" y="190289"/>
                  </a:cubicBezTo>
                  <a:lnTo>
                    <a:pt x="203881" y="66601"/>
                  </a:lnTo>
                  <a:lnTo>
                    <a:pt x="299025" y="190289"/>
                  </a:lnTo>
                  <a:cubicBezTo>
                    <a:pt x="314656" y="211357"/>
                    <a:pt x="318054" y="222910"/>
                    <a:pt x="318054" y="235823"/>
                  </a:cubicBezTo>
                  <a:cubicBezTo>
                    <a:pt x="318054" y="249414"/>
                    <a:pt x="313977" y="262327"/>
                    <a:pt x="292909" y="285434"/>
                  </a:cubicBezTo>
                  <a:lnTo>
                    <a:pt x="203881" y="384656"/>
                  </a:lnTo>
                  <a:lnTo>
                    <a:pt x="114853" y="285434"/>
                  </a:lnTo>
                  <a:close/>
                  <a:moveTo>
                    <a:pt x="309899" y="422714"/>
                  </a:moveTo>
                  <a:lnTo>
                    <a:pt x="230385" y="477082"/>
                  </a:lnTo>
                  <a:lnTo>
                    <a:pt x="230385" y="445140"/>
                  </a:lnTo>
                  <a:cubicBezTo>
                    <a:pt x="230385" y="424752"/>
                    <a:pt x="229706" y="415238"/>
                    <a:pt x="243298" y="399607"/>
                  </a:cubicBezTo>
                  <a:lnTo>
                    <a:pt x="327569" y="305822"/>
                  </a:lnTo>
                  <a:cubicBezTo>
                    <a:pt x="342520" y="288831"/>
                    <a:pt x="349316" y="277278"/>
                    <a:pt x="353394" y="265725"/>
                  </a:cubicBezTo>
                  <a:cubicBezTo>
                    <a:pt x="362908" y="283394"/>
                    <a:pt x="368345" y="302424"/>
                    <a:pt x="368345" y="322132"/>
                  </a:cubicBezTo>
                  <a:cubicBezTo>
                    <a:pt x="368345" y="360190"/>
                    <a:pt x="347277" y="397569"/>
                    <a:pt x="309899" y="42271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3" name="Google Shape;353;p80"/>
          <p:cNvSpPr txBox="1"/>
          <p:nvPr>
            <p:ph idx="1" type="body"/>
          </p:nvPr>
        </p:nvSpPr>
        <p:spPr>
          <a:xfrm>
            <a:off x="347946" y="5045075"/>
            <a:ext cx="3744000" cy="121761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4" name="Google Shape;354;p80"/>
          <p:cNvSpPr txBox="1"/>
          <p:nvPr>
            <p:ph idx="2" type="body"/>
          </p:nvPr>
        </p:nvSpPr>
        <p:spPr>
          <a:xfrm>
            <a:off x="4222892" y="5045075"/>
            <a:ext cx="3744000" cy="121761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5" name="Google Shape;355;p80"/>
          <p:cNvSpPr txBox="1"/>
          <p:nvPr>
            <p:ph idx="3" type="body"/>
          </p:nvPr>
        </p:nvSpPr>
        <p:spPr>
          <a:xfrm>
            <a:off x="8105100" y="5045075"/>
            <a:ext cx="3744000" cy="121761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indent="-342900" lvl="2" marL="1371600" algn="l">
              <a:lnSpc>
                <a:spcPct val="94444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77777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6" name="Google Shape;356;p80"/>
          <p:cNvSpPr txBox="1"/>
          <p:nvPr>
            <p:ph idx="10" type="dt"/>
          </p:nvPr>
        </p:nvSpPr>
        <p:spPr>
          <a:xfrm>
            <a:off x="4230190" y="6876668"/>
            <a:ext cx="832349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50505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80"/>
          <p:cNvSpPr txBox="1"/>
          <p:nvPr>
            <p:ph idx="11" type="ftr"/>
          </p:nvPr>
        </p:nvSpPr>
        <p:spPr>
          <a:xfrm>
            <a:off x="6159499" y="6876668"/>
            <a:ext cx="3751264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50505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" name="Google Shape;358;p80"/>
          <p:cNvSpPr txBox="1"/>
          <p:nvPr>
            <p:ph idx="12" type="sldNum"/>
          </p:nvPr>
        </p:nvSpPr>
        <p:spPr>
          <a:xfrm>
            <a:off x="10991850" y="6876668"/>
            <a:ext cx="865188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rgbClr val="50505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rgbClr val="50505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rgbClr val="50505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rgbClr val="50505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rgbClr val="50505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rgbClr val="50505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rgbClr val="50505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rgbClr val="50505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rgbClr val="50505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gn off" showMasterSp="0">
  <p:cSld name="Sign off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81"/>
          <p:cNvSpPr txBox="1"/>
          <p:nvPr>
            <p:ph idx="10" type="dt"/>
          </p:nvPr>
        </p:nvSpPr>
        <p:spPr>
          <a:xfrm>
            <a:off x="4230190" y="6876668"/>
            <a:ext cx="832349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50505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81"/>
          <p:cNvSpPr txBox="1"/>
          <p:nvPr>
            <p:ph idx="11" type="ftr"/>
          </p:nvPr>
        </p:nvSpPr>
        <p:spPr>
          <a:xfrm>
            <a:off x="6159499" y="6876668"/>
            <a:ext cx="3751264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50505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81"/>
          <p:cNvSpPr txBox="1"/>
          <p:nvPr>
            <p:ph idx="12" type="sldNum"/>
          </p:nvPr>
        </p:nvSpPr>
        <p:spPr>
          <a:xfrm>
            <a:off x="10991850" y="6876668"/>
            <a:ext cx="865188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rgbClr val="50505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rgbClr val="50505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rgbClr val="50505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rgbClr val="50505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rgbClr val="50505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rgbClr val="50505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rgbClr val="50505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rgbClr val="50505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rgbClr val="50505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3" name="Google Shape;363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83000" y="2769429"/>
            <a:ext cx="1026000" cy="1319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s after this one do not belong to this template">
  <p:cSld name="Layouts after this one do not belong to this templat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82"/>
          <p:cNvSpPr txBox="1"/>
          <p:nvPr/>
        </p:nvSpPr>
        <p:spPr>
          <a:xfrm>
            <a:off x="1949450" y="1848787"/>
            <a:ext cx="8293100" cy="3554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Layouts after this one do not belong to this template. Select one of the layouts before this one in the layout list.</a:t>
            </a:r>
            <a:endParaRPr b="1" sz="5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0.xml"/><Relationship Id="rId33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9.xml"/><Relationship Id="rId3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12.xml"/><Relationship Id="rId35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11.xml"/><Relationship Id="rId3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14.xml"/><Relationship Id="rId37" Type="http://schemas.openxmlformats.org/officeDocument/2006/relationships/theme" Target="../theme/theme1.xml"/><Relationship Id="rId14" Type="http://schemas.openxmlformats.org/officeDocument/2006/relationships/slideLayout" Target="../slideLayouts/slideLayout13.xml"/><Relationship Id="rId36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/>
          <p:nvPr>
            <p:ph idx="10" type="dt"/>
          </p:nvPr>
        </p:nvSpPr>
        <p:spPr>
          <a:xfrm>
            <a:off x="4230190" y="6435511"/>
            <a:ext cx="832349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50505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5"/>
          <p:cNvSpPr txBox="1"/>
          <p:nvPr>
            <p:ph idx="11" type="ftr"/>
          </p:nvPr>
        </p:nvSpPr>
        <p:spPr>
          <a:xfrm>
            <a:off x="6159499" y="6435511"/>
            <a:ext cx="3751264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50505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5"/>
          <p:cNvSpPr txBox="1"/>
          <p:nvPr>
            <p:ph idx="12" type="sldNum"/>
          </p:nvPr>
        </p:nvSpPr>
        <p:spPr>
          <a:xfrm>
            <a:off x="10991850" y="6435511"/>
            <a:ext cx="865188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0505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0505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0505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0505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0505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0505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0505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0505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0505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35"/>
          <p:cNvSpPr txBox="1"/>
          <p:nvPr>
            <p:ph type="title"/>
          </p:nvPr>
        </p:nvSpPr>
        <p:spPr>
          <a:xfrm>
            <a:off x="342581" y="341313"/>
            <a:ext cx="6658611" cy="546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35"/>
          <p:cNvSpPr txBox="1"/>
          <p:nvPr>
            <p:ph idx="1" type="body"/>
          </p:nvPr>
        </p:nvSpPr>
        <p:spPr>
          <a:xfrm>
            <a:off x="342582" y="1700213"/>
            <a:ext cx="11506518" cy="4573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41666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35"/>
          <p:cNvSpPr txBox="1"/>
          <p:nvPr/>
        </p:nvSpPr>
        <p:spPr>
          <a:xfrm>
            <a:off x="332169" y="6435512"/>
            <a:ext cx="2567442" cy="17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05055"/>
                </a:solidFill>
                <a:latin typeface="Arial"/>
                <a:ea typeface="Arial"/>
                <a:cs typeface="Arial"/>
                <a:sym typeface="Arial"/>
              </a:rPr>
              <a:t>© Bangkok Bank</a:t>
            </a:r>
            <a:endParaRPr/>
          </a:p>
        </p:txBody>
      </p:sp>
      <p:sp>
        <p:nvSpPr>
          <p:cNvPr id="16" name="Google Shape;16;p35"/>
          <p:cNvSpPr txBox="1"/>
          <p:nvPr/>
        </p:nvSpPr>
        <p:spPr>
          <a:xfrm>
            <a:off x="11521017" y="343854"/>
            <a:ext cx="330781" cy="425290"/>
          </a:xfrm>
          <a:prstGeom prst="rect">
            <a:avLst/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62000" marR="0" rtl="0" algn="l">
              <a:lnSpc>
                <a:spcPct val="2200000"/>
              </a:lnSpc>
              <a:spcBef>
                <a:spcPts val="0"/>
              </a:spcBef>
              <a:spcAft>
                <a:spcPts val="0"/>
              </a:spcAft>
              <a:buSzPts val="100"/>
              <a:buFont typeface="Arial"/>
              <a:buNone/>
            </a:pPr>
            <a:r>
              <a:rPr b="0" i="0" lang="en-US" sz="100" u="none" cap="none" strike="noStrike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15">
          <p15:clr>
            <a:srgbClr val="F26B43"/>
          </p15:clr>
        </p15:guide>
        <p15:guide id="2" pos="746">
          <p15:clr>
            <a:srgbClr val="C8C8C8"/>
          </p15:clr>
        </p15:guide>
        <p15:guide id="3" pos="826">
          <p15:clr>
            <a:srgbClr val="C8C8C8"/>
          </p15:clr>
        </p15:guide>
        <p15:guide id="4" pos="1357">
          <p15:clr>
            <a:srgbClr val="C8C8C8"/>
          </p15:clr>
        </p15:guide>
        <p15:guide id="5" pos="1436">
          <p15:clr>
            <a:srgbClr val="C8C8C8"/>
          </p15:clr>
        </p15:guide>
        <p15:guide id="6" pos="1968">
          <p15:clr>
            <a:srgbClr val="C8C8C8"/>
          </p15:clr>
        </p15:guide>
        <p15:guide id="7" pos="2047">
          <p15:clr>
            <a:srgbClr val="C8C8C8"/>
          </p15:clr>
        </p15:guide>
        <p15:guide id="8" pos="2578">
          <p15:clr>
            <a:srgbClr val="C8C8C8"/>
          </p15:clr>
        </p15:guide>
        <p15:guide id="9" pos="2658">
          <p15:clr>
            <a:srgbClr val="C8C8C8"/>
          </p15:clr>
        </p15:guide>
        <p15:guide id="10" pos="3189">
          <p15:clr>
            <a:srgbClr val="C8C8C8"/>
          </p15:clr>
        </p15:guide>
        <p15:guide id="11" pos="3268">
          <p15:clr>
            <a:srgbClr val="C8C8C8"/>
          </p15:clr>
        </p15:guide>
        <p15:guide id="12" pos="3800">
          <p15:clr>
            <a:srgbClr val="C8C8C8"/>
          </p15:clr>
        </p15:guide>
        <p15:guide id="13" pos="3879">
          <p15:clr>
            <a:srgbClr val="C8C8C8"/>
          </p15:clr>
        </p15:guide>
        <p15:guide id="14" pos="4411">
          <p15:clr>
            <a:srgbClr val="C8C8C8"/>
          </p15:clr>
        </p15:guide>
        <p15:guide id="15" pos="4498">
          <p15:clr>
            <a:srgbClr val="C8C8C8"/>
          </p15:clr>
        </p15:guide>
        <p15:guide id="16" pos="5021">
          <p15:clr>
            <a:srgbClr val="C8C8C8"/>
          </p15:clr>
        </p15:guide>
        <p15:guide id="17" pos="5101">
          <p15:clr>
            <a:srgbClr val="C8C8C8"/>
          </p15:clr>
        </p15:guide>
        <p15:guide id="18" pos="5632">
          <p15:clr>
            <a:srgbClr val="C8C8C8"/>
          </p15:clr>
        </p15:guide>
        <p15:guide id="19" pos="5711">
          <p15:clr>
            <a:srgbClr val="C8C8C8"/>
          </p15:clr>
        </p15:guide>
        <p15:guide id="20" pos="6243">
          <p15:clr>
            <a:srgbClr val="C8C8C8"/>
          </p15:clr>
        </p15:guide>
        <p15:guide id="21" pos="6322">
          <p15:clr>
            <a:srgbClr val="C8C8C8"/>
          </p15:clr>
        </p15:guide>
        <p15:guide id="22" pos="6853">
          <p15:clr>
            <a:srgbClr val="C8C8C8"/>
          </p15:clr>
        </p15:guide>
        <p15:guide id="23" pos="6933">
          <p15:clr>
            <a:srgbClr val="C8C8C8"/>
          </p15:clr>
        </p15:guide>
        <p15:guide id="24" pos="7464">
          <p15:clr>
            <a:srgbClr val="F26B43"/>
          </p15:clr>
        </p15:guide>
        <p15:guide id="25" orient="horz" pos="215">
          <p15:clr>
            <a:srgbClr val="F26B43"/>
          </p15:clr>
        </p15:guide>
        <p15:guide id="26" orient="horz" pos="559">
          <p15:clr>
            <a:srgbClr val="C8C8C8"/>
          </p15:clr>
        </p15:guide>
        <p15:guide id="27" orient="horz" pos="640">
          <p15:clr>
            <a:srgbClr val="C8C8C8"/>
          </p15:clr>
        </p15:guide>
        <p15:guide id="28" orient="horz" pos="982">
          <p15:clr>
            <a:srgbClr val="C8C8C8"/>
          </p15:clr>
        </p15:guide>
        <p15:guide id="29" orient="horz" pos="1071">
          <p15:clr>
            <a:srgbClr val="C8C8C8"/>
          </p15:clr>
        </p15:guide>
        <p15:guide id="30" orient="horz" pos="1434">
          <p15:clr>
            <a:srgbClr val="C8C8C8"/>
          </p15:clr>
        </p15:guide>
        <p15:guide id="31" orient="horz" pos="1485">
          <p15:clr>
            <a:srgbClr val="C8C8C8"/>
          </p15:clr>
        </p15:guide>
        <p15:guide id="32" orient="horz" pos="1829">
          <p15:clr>
            <a:srgbClr val="C8C8C8"/>
          </p15:clr>
        </p15:guide>
        <p15:guide id="33" orient="horz" pos="1908">
          <p15:clr>
            <a:srgbClr val="C8C8C8"/>
          </p15:clr>
        </p15:guide>
        <p15:guide id="34" orient="horz" pos="2252">
          <p15:clr>
            <a:srgbClr val="C8C8C8"/>
          </p15:clr>
        </p15:guide>
        <p15:guide id="35" orient="horz" pos="2331">
          <p15:clr>
            <a:srgbClr val="C8C8C8"/>
          </p15:clr>
        </p15:guide>
        <p15:guide id="36" orient="horz" pos="2675">
          <p15:clr>
            <a:srgbClr val="C8C8C8"/>
          </p15:clr>
        </p15:guide>
        <p15:guide id="37" orient="horz" pos="2755">
          <p15:clr>
            <a:srgbClr val="C8C8C8"/>
          </p15:clr>
        </p15:guide>
        <p15:guide id="38" orient="horz" pos="3099">
          <p15:clr>
            <a:srgbClr val="C8C8C8"/>
          </p15:clr>
        </p15:guide>
        <p15:guide id="39" orient="horz" pos="3178">
          <p15:clr>
            <a:srgbClr val="C8C8C8"/>
          </p15:clr>
        </p15:guide>
        <p15:guide id="40" orient="horz" pos="3522">
          <p15:clr>
            <a:srgbClr val="C8C8C8"/>
          </p15:clr>
        </p15:guide>
        <p15:guide id="41" orient="horz" pos="3601">
          <p15:clr>
            <a:srgbClr val="C8C8C8"/>
          </p15:clr>
        </p15:guide>
        <p15:guide id="42" orient="horz" pos="394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qiskit-community.github.io/qiskit-machine-learning/tutorials/01_neural_networks.html" TargetMode="External"/><Relationship Id="rId4" Type="http://schemas.openxmlformats.org/officeDocument/2006/relationships/hyperlink" Target="https://strawberryfields.ai/photonics/demos/run_quantum_neural_network.html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"/>
          <p:cNvSpPr txBox="1"/>
          <p:nvPr>
            <p:ph type="ctrTitle"/>
          </p:nvPr>
        </p:nvSpPr>
        <p:spPr>
          <a:xfrm>
            <a:off x="341312" y="1700213"/>
            <a:ext cx="6669348" cy="2546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/>
              <a:t>Quantum technology</a:t>
            </a:r>
            <a:endParaRPr/>
          </a:p>
        </p:txBody>
      </p:sp>
      <p:sp>
        <p:nvSpPr>
          <p:cNvPr id="371" name="Google Shape;371;p1"/>
          <p:cNvSpPr txBox="1"/>
          <p:nvPr>
            <p:ph idx="1" type="subTitle"/>
          </p:nvPr>
        </p:nvSpPr>
        <p:spPr>
          <a:xfrm>
            <a:off x="341312" y="5292139"/>
            <a:ext cx="4763222" cy="2990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Natthawut  Chaisueb</a:t>
            </a:r>
            <a:endParaRPr/>
          </a:p>
        </p:txBody>
      </p:sp>
      <p:sp>
        <p:nvSpPr>
          <p:cNvPr id="372" name="Google Shape;372;p1"/>
          <p:cNvSpPr txBox="1"/>
          <p:nvPr>
            <p:ph idx="2" type="body"/>
          </p:nvPr>
        </p:nvSpPr>
        <p:spPr>
          <a:xfrm>
            <a:off x="341312" y="5716803"/>
            <a:ext cx="4763222" cy="310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11.12.2568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a623452861_0_0"/>
          <p:cNvSpPr txBox="1"/>
          <p:nvPr>
            <p:ph type="title"/>
          </p:nvPr>
        </p:nvSpPr>
        <p:spPr>
          <a:xfrm>
            <a:off x="341313" y="341313"/>
            <a:ext cx="66546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Key takeaway</a:t>
            </a:r>
            <a:endParaRPr/>
          </a:p>
        </p:txBody>
      </p:sp>
      <p:sp>
        <p:nvSpPr>
          <p:cNvPr id="378" name="Google Shape;378;g3a623452861_0_0"/>
          <p:cNvSpPr txBox="1"/>
          <p:nvPr>
            <p:ph idx="1" type="body"/>
          </p:nvPr>
        </p:nvSpPr>
        <p:spPr>
          <a:xfrm>
            <a:off x="762000" y="876514"/>
            <a:ext cx="10701300" cy="55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AutoNum type="arabicPeriod"/>
            </a:pPr>
            <a:r>
              <a:rPr lang="en-US"/>
              <a:t>Quantum secure communication</a:t>
            </a:r>
            <a:endParaRPr/>
          </a:p>
          <a:p>
            <a:pPr indent="-3302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/>
              <a:t>Quantum cryptography</a:t>
            </a:r>
            <a:endParaRPr/>
          </a:p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Post-quantum cryptography (PQC)</a:t>
            </a:r>
            <a:endParaRPr/>
          </a:p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Quantum key distribution (QKD)</a:t>
            </a:r>
            <a:endParaRPr/>
          </a:p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Encryption and decryption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US"/>
              <a:t>Quantum algorithms</a:t>
            </a:r>
            <a:endParaRPr/>
          </a:p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Shor’s integer factorization → e-payment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US"/>
              <a:t>Quantum neural networks (QNNs)</a:t>
            </a:r>
            <a:endParaRPr/>
          </a:p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Quantum extreme learning machines (QELMs)</a:t>
            </a:r>
            <a:endParaRPr/>
          </a:p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Quantum reservoir processing (QRP)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Quantum materials</a:t>
            </a:r>
            <a:endParaRPr/>
          </a:p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Quantum photonic integrated circuits (QPICs) → Metalens array, 2D materials</a:t>
            </a:r>
            <a:endParaRPr/>
          </a:p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Topological quantum computing → Topological insulator</a:t>
            </a:r>
            <a:endParaRPr/>
          </a:p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Superconducting qubits →</a:t>
            </a:r>
            <a:r>
              <a:rPr lang="en-US"/>
              <a:t>Josephson</a:t>
            </a:r>
            <a:r>
              <a:rPr lang="en-US"/>
              <a:t> junction</a:t>
            </a:r>
            <a:endParaRPr/>
          </a:p>
        </p:txBody>
      </p:sp>
      <p:sp>
        <p:nvSpPr>
          <p:cNvPr id="379" name="Google Shape;379;g3a623452861_0_0"/>
          <p:cNvSpPr txBox="1"/>
          <p:nvPr>
            <p:ph idx="10" type="dt"/>
          </p:nvPr>
        </p:nvSpPr>
        <p:spPr>
          <a:xfrm>
            <a:off x="4230190" y="6435511"/>
            <a:ext cx="8322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Date</a:t>
            </a:r>
            <a:endParaRPr/>
          </a:p>
        </p:txBody>
      </p:sp>
      <p:sp>
        <p:nvSpPr>
          <p:cNvPr id="380" name="Google Shape;380;g3a623452861_0_0"/>
          <p:cNvSpPr txBox="1"/>
          <p:nvPr>
            <p:ph idx="11" type="ftr"/>
          </p:nvPr>
        </p:nvSpPr>
        <p:spPr>
          <a:xfrm>
            <a:off x="6159499" y="6435511"/>
            <a:ext cx="37512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Confidential / internal tag</a:t>
            </a:r>
            <a:endParaRPr/>
          </a:p>
        </p:txBody>
      </p:sp>
      <p:sp>
        <p:nvSpPr>
          <p:cNvPr id="381" name="Google Shape;381;g3a623452861_0_0"/>
          <p:cNvSpPr txBox="1"/>
          <p:nvPr>
            <p:ph idx="12" type="sldNum"/>
          </p:nvPr>
        </p:nvSpPr>
        <p:spPr>
          <a:xfrm>
            <a:off x="10991850" y="6435511"/>
            <a:ext cx="8652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a623452861_0_8"/>
          <p:cNvSpPr txBox="1"/>
          <p:nvPr>
            <p:ph type="title"/>
          </p:nvPr>
        </p:nvSpPr>
        <p:spPr>
          <a:xfrm>
            <a:off x="341313" y="341313"/>
            <a:ext cx="66546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Future of quantum</a:t>
            </a:r>
            <a:endParaRPr/>
          </a:p>
        </p:txBody>
      </p:sp>
      <p:sp>
        <p:nvSpPr>
          <p:cNvPr id="387" name="Google Shape;387;g3a623452861_0_8"/>
          <p:cNvSpPr txBox="1"/>
          <p:nvPr>
            <p:ph idx="1" type="body"/>
          </p:nvPr>
        </p:nvSpPr>
        <p:spPr>
          <a:xfrm>
            <a:off x="762000" y="1016000"/>
            <a:ext cx="10701300" cy="54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Nowadays IBM can reach 133 qubits → Goal: More qubits, store more information and perform better parallel computing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Better qubits (live long and less error)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Quantum annealing computers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Scaling up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Quantum cloud service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10 </a:t>
            </a:r>
            <a:r>
              <a:rPr lang="en-US"/>
              <a:t>startups</a:t>
            </a:r>
            <a:r>
              <a:rPr lang="en-US"/>
              <a:t> in Thailand → Siam Quantum Valley</a:t>
            </a:r>
            <a:endParaRPr/>
          </a:p>
        </p:txBody>
      </p:sp>
      <p:sp>
        <p:nvSpPr>
          <p:cNvPr id="388" name="Google Shape;388;g3a623452861_0_8"/>
          <p:cNvSpPr txBox="1"/>
          <p:nvPr>
            <p:ph idx="10" type="dt"/>
          </p:nvPr>
        </p:nvSpPr>
        <p:spPr>
          <a:xfrm>
            <a:off x="4230190" y="6435511"/>
            <a:ext cx="8322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Date</a:t>
            </a:r>
            <a:endParaRPr/>
          </a:p>
        </p:txBody>
      </p:sp>
      <p:sp>
        <p:nvSpPr>
          <p:cNvPr id="389" name="Google Shape;389;g3a623452861_0_8"/>
          <p:cNvSpPr txBox="1"/>
          <p:nvPr>
            <p:ph idx="11" type="ftr"/>
          </p:nvPr>
        </p:nvSpPr>
        <p:spPr>
          <a:xfrm>
            <a:off x="6159499" y="6435511"/>
            <a:ext cx="37512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Confidential / internal tag</a:t>
            </a:r>
            <a:endParaRPr/>
          </a:p>
        </p:txBody>
      </p:sp>
      <p:sp>
        <p:nvSpPr>
          <p:cNvPr id="390" name="Google Shape;390;g3a623452861_0_8"/>
          <p:cNvSpPr txBox="1"/>
          <p:nvPr>
            <p:ph idx="12" type="sldNum"/>
          </p:nvPr>
        </p:nvSpPr>
        <p:spPr>
          <a:xfrm>
            <a:off x="10991850" y="6435511"/>
            <a:ext cx="8652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"/>
          <p:cNvSpPr txBox="1"/>
          <p:nvPr>
            <p:ph type="title"/>
          </p:nvPr>
        </p:nvSpPr>
        <p:spPr>
          <a:xfrm>
            <a:off x="341313" y="341313"/>
            <a:ext cx="66546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Quantum Neural Networks (QNNs)</a:t>
            </a:r>
            <a:endParaRPr/>
          </a:p>
        </p:txBody>
      </p:sp>
      <p:sp>
        <p:nvSpPr>
          <p:cNvPr id="396" name="Google Shape;396;p3"/>
          <p:cNvSpPr txBox="1"/>
          <p:nvPr>
            <p:ph idx="1" type="body"/>
          </p:nvPr>
        </p:nvSpPr>
        <p:spPr>
          <a:xfrm>
            <a:off x="762000" y="1039800"/>
            <a:ext cx="10668000" cy="52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ANNs</a:t>
            </a:r>
            <a:r>
              <a:rPr b="1" lang="en-US" sz="1800"/>
              <a:t>:</a:t>
            </a:r>
            <a:endParaRPr/>
          </a:p>
          <a:p>
            <a:pPr indent="-217487" lvl="0" marL="217487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ANNs</a:t>
            </a:r>
            <a:r>
              <a:rPr lang="en-US"/>
              <a:t> utilize interconnected layers of artificial neurons to model complex data relationships.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QNNs</a:t>
            </a:r>
            <a:r>
              <a:rPr b="1" lang="en-US" sz="1800"/>
              <a:t>:</a:t>
            </a:r>
            <a:endParaRPr/>
          </a:p>
          <a:p>
            <a:pPr indent="-217487" lvl="0" marL="217487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/>
              <a:t>QNNs employ qubits and quantum gates, leveraging quantum phenomena such as superposition, entanglement, and interference to potentially enhance computational efficiency and representational capacity.</a:t>
            </a:r>
            <a:endParaRPr/>
          </a:p>
          <a:p>
            <a:pPr indent="-230187" lvl="0" marL="217487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Finance and Optimization Problems: QNNs can address complex optimization and probabilistic modeling challenges, such as portfolio optimization, risk management, and fraud detection.</a:t>
            </a:r>
            <a:endParaRPr/>
          </a:p>
          <a:p>
            <a:pPr indent="-230187" lvl="0" marL="217487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Hardware limitations: Qubit stability &gt;&gt;&gt; Qubits are highly sensitive to external disturbances and noise, and preserving their quantum states long enough for meaningful computation is challenging.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"/>
          <p:cNvSpPr txBox="1"/>
          <p:nvPr>
            <p:ph idx="10" type="dt"/>
          </p:nvPr>
        </p:nvSpPr>
        <p:spPr>
          <a:xfrm>
            <a:off x="4230190" y="6435511"/>
            <a:ext cx="8322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Date</a:t>
            </a:r>
            <a:endParaRPr/>
          </a:p>
        </p:txBody>
      </p:sp>
      <p:sp>
        <p:nvSpPr>
          <p:cNvPr id="398" name="Google Shape;398;p3"/>
          <p:cNvSpPr txBox="1"/>
          <p:nvPr>
            <p:ph idx="11" type="ftr"/>
          </p:nvPr>
        </p:nvSpPr>
        <p:spPr>
          <a:xfrm>
            <a:off x="6159499" y="6435511"/>
            <a:ext cx="37512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Confidential / internal tag</a:t>
            </a:r>
            <a:endParaRPr/>
          </a:p>
        </p:txBody>
      </p:sp>
      <p:sp>
        <p:nvSpPr>
          <p:cNvPr id="399" name="Google Shape;399;p3"/>
          <p:cNvSpPr txBox="1"/>
          <p:nvPr>
            <p:ph idx="12" type="sldNum"/>
          </p:nvPr>
        </p:nvSpPr>
        <p:spPr>
          <a:xfrm>
            <a:off x="10991850" y="6435511"/>
            <a:ext cx="8652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a607fb1d44_0_10"/>
          <p:cNvSpPr txBox="1"/>
          <p:nvPr>
            <p:ph type="title"/>
          </p:nvPr>
        </p:nvSpPr>
        <p:spPr>
          <a:xfrm>
            <a:off x="341313" y="341313"/>
            <a:ext cx="66546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T</a:t>
            </a:r>
            <a:r>
              <a:rPr lang="en-US"/>
              <a:t>hree primary steps of QNNs</a:t>
            </a:r>
            <a:endParaRPr/>
          </a:p>
        </p:txBody>
      </p:sp>
      <p:sp>
        <p:nvSpPr>
          <p:cNvPr id="405" name="Google Shape;405;g3a607fb1d44_0_10"/>
          <p:cNvSpPr txBox="1"/>
          <p:nvPr>
            <p:ph idx="1" type="body"/>
          </p:nvPr>
        </p:nvSpPr>
        <p:spPr>
          <a:xfrm>
            <a:off x="762000" y="1039800"/>
            <a:ext cx="10701300" cy="51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AutoNum type="arabicPeriod"/>
            </a:pPr>
            <a:r>
              <a:rPr lang="en-US"/>
              <a:t>Quantum Encoding</a:t>
            </a:r>
            <a:endParaRPr/>
          </a:p>
          <a:p>
            <a:pPr indent="-3302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/>
              <a:t>Encode data into quantum states and store it in qubits</a:t>
            </a:r>
            <a:endParaRPr/>
          </a:p>
          <a:p>
            <a:pPr indent="-3302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/>
              <a:t>A qubit c</a:t>
            </a:r>
            <a:r>
              <a:rPr lang="en-US"/>
              <a:t>an exist in multiple quantum states simultaneously. &gt;&gt;&gt; state of superposition (probabilistic) </a:t>
            </a:r>
            <a:br>
              <a:rPr lang="en-US"/>
            </a:br>
            <a:r>
              <a:rPr lang="en-US"/>
              <a:t>&gt;&gt;&gt; 1 qubit = 1 feature = multiple states</a:t>
            </a:r>
            <a:endParaRPr/>
          </a:p>
          <a:p>
            <a:pPr indent="-3302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/>
              <a:t>Encoding strategies</a:t>
            </a:r>
            <a:endParaRPr/>
          </a:p>
          <a:p>
            <a:pPr indent="-3302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 sz="1600"/>
              <a:t>Amplitude encoding: where data is represented by amplitudes of quantum states</a:t>
            </a:r>
            <a:endParaRPr sz="1600"/>
          </a:p>
          <a:p>
            <a:pPr indent="-3302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 sz="1600"/>
              <a:t>Angle encoding: in which classical features are encoded in complex phases of the states.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US"/>
              <a:t>Quantum Processing</a:t>
            </a:r>
            <a:endParaRPr/>
          </a:p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M</a:t>
            </a:r>
            <a:r>
              <a:rPr lang="en-US"/>
              <a:t>anipulate the quantum states of one or more qubits using quantum circuit, which is a series of quantum gates, to process information and explore correlations between data points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US"/>
              <a:t>Measurement and Interpretation</a:t>
            </a:r>
            <a:endParaRPr/>
          </a:p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Quantum measurements collapse the quantum state = Measure the transformed quantum state by calculating the expected value of the system’s Hamiltonian operator</a:t>
            </a:r>
            <a:endParaRPr/>
          </a:p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Then, the output is decoded back into classical data </a:t>
            </a:r>
            <a:r>
              <a:rPr lang="en-US"/>
              <a:t>to obtain predictions or decisions</a:t>
            </a:r>
            <a:endParaRPr/>
          </a:p>
        </p:txBody>
      </p:sp>
      <p:sp>
        <p:nvSpPr>
          <p:cNvPr id="406" name="Google Shape;406;g3a607fb1d44_0_10"/>
          <p:cNvSpPr txBox="1"/>
          <p:nvPr>
            <p:ph idx="10" type="dt"/>
          </p:nvPr>
        </p:nvSpPr>
        <p:spPr>
          <a:xfrm>
            <a:off x="4230190" y="6435511"/>
            <a:ext cx="8322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Date</a:t>
            </a:r>
            <a:endParaRPr/>
          </a:p>
        </p:txBody>
      </p:sp>
      <p:sp>
        <p:nvSpPr>
          <p:cNvPr id="407" name="Google Shape;407;g3a607fb1d44_0_10"/>
          <p:cNvSpPr txBox="1"/>
          <p:nvPr>
            <p:ph idx="11" type="ftr"/>
          </p:nvPr>
        </p:nvSpPr>
        <p:spPr>
          <a:xfrm>
            <a:off x="6159499" y="6435511"/>
            <a:ext cx="37512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Confidential / internal tag</a:t>
            </a:r>
            <a:endParaRPr/>
          </a:p>
        </p:txBody>
      </p:sp>
      <p:sp>
        <p:nvSpPr>
          <p:cNvPr id="408" name="Google Shape;408;g3a607fb1d44_0_10"/>
          <p:cNvSpPr txBox="1"/>
          <p:nvPr>
            <p:ph idx="12" type="sldNum"/>
          </p:nvPr>
        </p:nvSpPr>
        <p:spPr>
          <a:xfrm>
            <a:off x="10991850" y="6435511"/>
            <a:ext cx="8652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09" name="Google Shape;409;g3a607fb1d44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9902" y="0"/>
            <a:ext cx="4787525" cy="155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a607fb1d44_0_21"/>
          <p:cNvSpPr txBox="1"/>
          <p:nvPr>
            <p:ph type="title"/>
          </p:nvPr>
        </p:nvSpPr>
        <p:spPr>
          <a:xfrm>
            <a:off x="341313" y="341313"/>
            <a:ext cx="66546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Keywords</a:t>
            </a:r>
            <a:endParaRPr/>
          </a:p>
        </p:txBody>
      </p:sp>
      <p:sp>
        <p:nvSpPr>
          <p:cNvPr id="415" name="Google Shape;415;g3a607fb1d44_0_21"/>
          <p:cNvSpPr txBox="1"/>
          <p:nvPr>
            <p:ph idx="1" type="body"/>
          </p:nvPr>
        </p:nvSpPr>
        <p:spPr>
          <a:xfrm>
            <a:off x="762000" y="1039800"/>
            <a:ext cx="10699200" cy="42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Quantum bit = Qubit 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It provides the "space" where information can be stored.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= “bit” (the silicon transistor in the laptop)</a:t>
            </a:r>
            <a:endParaRPr sz="16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Quantum state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The information, in term of mathematical vector, stored in the qubit.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It describes the probability of what you will find when you measure the qubit.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The (superposition) state of a single qubit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alpha and beta are probabilities belonging to a quantum state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If you have 2 Qubits, thus their quantum state can be 4 simultaneous probabilities (00, 01, 10, 11), which referred to entanglement between qubits.</a:t>
            </a:r>
            <a:endParaRPr sz="16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sbdhg</a:t>
            </a:r>
            <a:endParaRPr/>
          </a:p>
        </p:txBody>
      </p:sp>
      <p:sp>
        <p:nvSpPr>
          <p:cNvPr id="416" name="Google Shape;416;g3a607fb1d44_0_21"/>
          <p:cNvSpPr txBox="1"/>
          <p:nvPr>
            <p:ph idx="10" type="dt"/>
          </p:nvPr>
        </p:nvSpPr>
        <p:spPr>
          <a:xfrm>
            <a:off x="4230190" y="6435511"/>
            <a:ext cx="8322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Date</a:t>
            </a:r>
            <a:endParaRPr/>
          </a:p>
        </p:txBody>
      </p:sp>
      <p:sp>
        <p:nvSpPr>
          <p:cNvPr id="417" name="Google Shape;417;g3a607fb1d44_0_21"/>
          <p:cNvSpPr txBox="1"/>
          <p:nvPr>
            <p:ph idx="11" type="ftr"/>
          </p:nvPr>
        </p:nvSpPr>
        <p:spPr>
          <a:xfrm>
            <a:off x="6159499" y="6435511"/>
            <a:ext cx="37512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Confidential / internal tag</a:t>
            </a:r>
            <a:endParaRPr/>
          </a:p>
        </p:txBody>
      </p:sp>
      <p:sp>
        <p:nvSpPr>
          <p:cNvPr id="418" name="Google Shape;418;g3a607fb1d44_0_21"/>
          <p:cNvSpPr txBox="1"/>
          <p:nvPr>
            <p:ph idx="12" type="sldNum"/>
          </p:nvPr>
        </p:nvSpPr>
        <p:spPr>
          <a:xfrm>
            <a:off x="10991850" y="6435511"/>
            <a:ext cx="8652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9" name="Google Shape;419;g3a607fb1d44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4027" y="3229788"/>
            <a:ext cx="1426413" cy="39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af346c0ad3_0_2"/>
          <p:cNvSpPr txBox="1"/>
          <p:nvPr>
            <p:ph type="title"/>
          </p:nvPr>
        </p:nvSpPr>
        <p:spPr>
          <a:xfrm>
            <a:off x="341313" y="341313"/>
            <a:ext cx="66546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Keywords</a:t>
            </a:r>
            <a:endParaRPr/>
          </a:p>
        </p:txBody>
      </p:sp>
      <p:sp>
        <p:nvSpPr>
          <p:cNvPr id="425" name="Google Shape;425;g3af346c0ad3_0_2"/>
          <p:cNvSpPr txBox="1"/>
          <p:nvPr>
            <p:ph idx="1" type="body"/>
          </p:nvPr>
        </p:nvSpPr>
        <p:spPr>
          <a:xfrm>
            <a:off x="762000" y="1039800"/>
            <a:ext cx="10699200" cy="50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Quantum gate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The o</a:t>
            </a:r>
            <a:r>
              <a:rPr lang="en-US" sz="1600"/>
              <a:t>peration that changes the quantum state of a qubit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Classical equivalent: logic gates like AND, OR, NOT, or NAND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Examples:</a:t>
            </a:r>
            <a:endParaRPr sz="1600"/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Pauli-X gate = "NOT" gate (flips 0 to 1)</a:t>
            </a:r>
            <a:endParaRPr sz="1600"/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Hadamard (H) gate = puts a qubit into superposition (50% chance of 0, 50% chance of 1).</a:t>
            </a:r>
            <a:endParaRPr sz="1600"/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CNOT (</a:t>
            </a:r>
            <a:r>
              <a:rPr lang="en-US" sz="1600"/>
              <a:t>C</a:t>
            </a:r>
            <a:r>
              <a:rPr lang="en-US" sz="1600"/>
              <a:t>ontrolled-NOT) gate = a multi-qubit gate used to create Entanglement.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Quantum circuit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The algorithm that includes a sequence of quantum gates arranged in a specific order to perform a complex calculation on the quantum states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Used to process information and explore correlations between data points 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Classical equivalent: a function in code (e.g., a few lines of Python that calculate an average).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Examples: Variational quantum circuit (VQC), Entanglement</a:t>
            </a:r>
            <a:endParaRPr/>
          </a:p>
        </p:txBody>
      </p:sp>
      <p:sp>
        <p:nvSpPr>
          <p:cNvPr id="426" name="Google Shape;426;g3af346c0ad3_0_2"/>
          <p:cNvSpPr txBox="1"/>
          <p:nvPr>
            <p:ph idx="10" type="dt"/>
          </p:nvPr>
        </p:nvSpPr>
        <p:spPr>
          <a:xfrm>
            <a:off x="4230190" y="6435511"/>
            <a:ext cx="8322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Date</a:t>
            </a:r>
            <a:endParaRPr/>
          </a:p>
        </p:txBody>
      </p:sp>
      <p:sp>
        <p:nvSpPr>
          <p:cNvPr id="427" name="Google Shape;427;g3af346c0ad3_0_2"/>
          <p:cNvSpPr txBox="1"/>
          <p:nvPr>
            <p:ph idx="11" type="ftr"/>
          </p:nvPr>
        </p:nvSpPr>
        <p:spPr>
          <a:xfrm>
            <a:off x="6159499" y="6435511"/>
            <a:ext cx="37512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Confidential / internal tag</a:t>
            </a:r>
            <a:endParaRPr/>
          </a:p>
        </p:txBody>
      </p:sp>
      <p:sp>
        <p:nvSpPr>
          <p:cNvPr id="428" name="Google Shape;428;g3af346c0ad3_0_2"/>
          <p:cNvSpPr txBox="1"/>
          <p:nvPr>
            <p:ph idx="12" type="sldNum"/>
          </p:nvPr>
        </p:nvSpPr>
        <p:spPr>
          <a:xfrm>
            <a:off x="10991850" y="6435511"/>
            <a:ext cx="8652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af346c0ad3_0_11"/>
          <p:cNvSpPr txBox="1"/>
          <p:nvPr>
            <p:ph type="title"/>
          </p:nvPr>
        </p:nvSpPr>
        <p:spPr>
          <a:xfrm>
            <a:off x="341313" y="341313"/>
            <a:ext cx="66546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Keywords</a:t>
            </a:r>
            <a:endParaRPr/>
          </a:p>
        </p:txBody>
      </p:sp>
      <p:sp>
        <p:nvSpPr>
          <p:cNvPr id="434" name="Google Shape;434;g3af346c0ad3_0_11"/>
          <p:cNvSpPr txBox="1"/>
          <p:nvPr>
            <p:ph idx="1" type="body"/>
          </p:nvPr>
        </p:nvSpPr>
        <p:spPr>
          <a:xfrm>
            <a:off x="762000" y="1039800"/>
            <a:ext cx="10699200" cy="50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Variational Quantum Circuit (VQC)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VQC utilize rotation gates and entangling gates to transform the quantum states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Entanglement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The algorithm 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Refs: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https://qiskit-community.github.io/qiskit-machine-learning/tutorials/01_neural_networks.html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https://strawberryfields.ai/photonics/demos/run_quantum_neural_network.html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/>
            </a:r>
            <a:endParaRPr/>
          </a:p>
        </p:txBody>
      </p:sp>
      <p:sp>
        <p:nvSpPr>
          <p:cNvPr id="435" name="Google Shape;435;g3af346c0ad3_0_11"/>
          <p:cNvSpPr txBox="1"/>
          <p:nvPr>
            <p:ph idx="10" type="dt"/>
          </p:nvPr>
        </p:nvSpPr>
        <p:spPr>
          <a:xfrm>
            <a:off x="4230190" y="6435511"/>
            <a:ext cx="8322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Date</a:t>
            </a:r>
            <a:endParaRPr/>
          </a:p>
        </p:txBody>
      </p:sp>
      <p:sp>
        <p:nvSpPr>
          <p:cNvPr id="436" name="Google Shape;436;g3af346c0ad3_0_11"/>
          <p:cNvSpPr txBox="1"/>
          <p:nvPr>
            <p:ph idx="11" type="ftr"/>
          </p:nvPr>
        </p:nvSpPr>
        <p:spPr>
          <a:xfrm>
            <a:off x="6159499" y="6435511"/>
            <a:ext cx="37512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Confidential / internal tag</a:t>
            </a:r>
            <a:endParaRPr/>
          </a:p>
        </p:txBody>
      </p:sp>
      <p:sp>
        <p:nvSpPr>
          <p:cNvPr id="437" name="Google Shape;437;g3af346c0ad3_0_11"/>
          <p:cNvSpPr txBox="1"/>
          <p:nvPr>
            <p:ph idx="12" type="sldNum"/>
          </p:nvPr>
        </p:nvSpPr>
        <p:spPr>
          <a:xfrm>
            <a:off x="10991850" y="6435511"/>
            <a:ext cx="8652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a607fb1d44_0_1"/>
          <p:cNvSpPr txBox="1"/>
          <p:nvPr>
            <p:ph type="title"/>
          </p:nvPr>
        </p:nvSpPr>
        <p:spPr>
          <a:xfrm>
            <a:off x="341313" y="341313"/>
            <a:ext cx="6654600" cy="5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3a607fb1d44_0_1"/>
          <p:cNvSpPr txBox="1"/>
          <p:nvPr>
            <p:ph idx="1" type="body"/>
          </p:nvPr>
        </p:nvSpPr>
        <p:spPr>
          <a:xfrm>
            <a:off x="341598" y="3028950"/>
            <a:ext cx="3744600" cy="323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g3a607fb1d44_0_1"/>
          <p:cNvSpPr txBox="1"/>
          <p:nvPr>
            <p:ph idx="2" type="body"/>
          </p:nvPr>
        </p:nvSpPr>
        <p:spPr>
          <a:xfrm>
            <a:off x="4219575" y="3028950"/>
            <a:ext cx="3744600" cy="323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g3a607fb1d44_0_1"/>
          <p:cNvSpPr txBox="1"/>
          <p:nvPr>
            <p:ph idx="12" type="sldNum"/>
          </p:nvPr>
        </p:nvSpPr>
        <p:spPr>
          <a:xfrm>
            <a:off x="10991850" y="6435511"/>
            <a:ext cx="865200" cy="17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7" name="Google Shape;447;g3a607fb1d44_0_1"/>
          <p:cNvSpPr txBox="1"/>
          <p:nvPr>
            <p:ph idx="3" type="body"/>
          </p:nvPr>
        </p:nvSpPr>
        <p:spPr>
          <a:xfrm>
            <a:off x="347946" y="1012825"/>
            <a:ext cx="3744600" cy="126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angkok bank">
  <a:themeElements>
    <a:clrScheme name="Bangkok bank_colour">
      <a:dk1>
        <a:srgbClr val="000000"/>
      </a:dk1>
      <a:lt1>
        <a:srgbClr val="FFFFFF"/>
      </a:lt1>
      <a:dk2>
        <a:srgbClr val="323238"/>
      </a:dk2>
      <a:lt2>
        <a:srgbClr val="F8F8F8"/>
      </a:lt2>
      <a:accent1>
        <a:srgbClr val="0064FF"/>
      </a:accent1>
      <a:accent2>
        <a:srgbClr val="A1C6FF"/>
      </a:accent2>
      <a:accent3>
        <a:srgbClr val="002850"/>
      </a:accent3>
      <a:accent4>
        <a:srgbClr val="939399"/>
      </a:accent4>
      <a:accent5>
        <a:srgbClr val="09594A"/>
      </a:accent5>
      <a:accent6>
        <a:srgbClr val="61D09C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2025-11-28T02:20:32Z</dcterms:created>
  <dc:creator>Natthawut Chaisueb</dc:creator>
</cp:coreProperties>
</file>