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785A"/>
    <a:srgbClr val="ABF50C"/>
    <a:srgbClr val="A51E45"/>
    <a:srgbClr val="E817DE"/>
    <a:srgbClr val="0CF5ED"/>
    <a:srgbClr val="C8CAD7"/>
    <a:srgbClr val="3CB8DA"/>
    <a:srgbClr val="185A90"/>
    <a:srgbClr val="67A5CB"/>
    <a:srgbClr val="4A21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3D58A7-9BA2-4386-874F-C3311B547415}" v="2" dt="2025-06-20T01:48:58.1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8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65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bhav Tiwari" clId="Web-{35C2F4E2-3AFC-4A39-A193-9B2585957D89}"/>
    <pc:docChg chg="modSld">
      <pc:chgData name="Vaibhav Tiwari" userId="" providerId="" clId="Web-{35C2F4E2-3AFC-4A39-A193-9B2585957D89}" dt="2024-05-11T20:03:02.759" v="677" actId="20577"/>
      <pc:docMkLst>
        <pc:docMk/>
      </pc:docMkLst>
      <pc:sldChg chg="addSp delSp modSp">
        <pc:chgData name="Vaibhav Tiwari" userId="" providerId="" clId="Web-{35C2F4E2-3AFC-4A39-A193-9B2585957D89}" dt="2024-05-11T20:03:02.759" v="677" actId="20577"/>
        <pc:sldMkLst>
          <pc:docMk/>
          <pc:sldMk cId="469454825" sldId="279"/>
        </pc:sldMkLst>
        <pc:spChg chg="add mod">
          <ac:chgData name="Vaibhav Tiwari" userId="" providerId="" clId="Web-{35C2F4E2-3AFC-4A39-A193-9B2585957D89}" dt="2024-05-11T20:03:02.759" v="677" actId="20577"/>
          <ac:spMkLst>
            <pc:docMk/>
            <pc:sldMk cId="469454825" sldId="279"/>
            <ac:spMk id="2" creationId="{4DEA2610-8D3C-9D56-1FE9-3644AE50142C}"/>
          </ac:spMkLst>
        </pc:spChg>
        <pc:spChg chg="del">
          <ac:chgData name="Vaibhav Tiwari" userId="" providerId="" clId="Web-{35C2F4E2-3AFC-4A39-A193-9B2585957D89}" dt="2024-05-11T19:43:02.107" v="104"/>
          <ac:spMkLst>
            <pc:docMk/>
            <pc:sldMk cId="469454825" sldId="279"/>
            <ac:spMk id="7" creationId="{928D205D-E9D9-1307-0388-780C8766F695}"/>
          </ac:spMkLst>
        </pc:spChg>
        <pc:spChg chg="mod">
          <ac:chgData name="Vaibhav Tiwari" userId="" providerId="" clId="Web-{35C2F4E2-3AFC-4A39-A193-9B2585957D89}" dt="2024-05-11T20:01:51.173" v="623" actId="1076"/>
          <ac:spMkLst>
            <pc:docMk/>
            <pc:sldMk cId="469454825" sldId="279"/>
            <ac:spMk id="8" creationId="{813D86B1-3BA4-7984-5727-10A2978FCB28}"/>
          </ac:spMkLst>
        </pc:spChg>
        <pc:spChg chg="mod">
          <ac:chgData name="Vaibhav Tiwari" userId="" providerId="" clId="Web-{35C2F4E2-3AFC-4A39-A193-9B2585957D89}" dt="2024-05-11T20:02:01.736" v="625" actId="14100"/>
          <ac:spMkLst>
            <pc:docMk/>
            <pc:sldMk cId="469454825" sldId="279"/>
            <ac:spMk id="9" creationId="{B38C13E2-FB25-67E9-E4CC-94D317456D86}"/>
          </ac:spMkLst>
        </pc:spChg>
        <pc:spChg chg="del">
          <ac:chgData name="Vaibhav Tiwari" userId="" providerId="" clId="Web-{35C2F4E2-3AFC-4A39-A193-9B2585957D89}" dt="2024-05-11T19:47:37.102" v="300"/>
          <ac:spMkLst>
            <pc:docMk/>
            <pc:sldMk cId="469454825" sldId="279"/>
            <ac:spMk id="10" creationId="{F72997FA-E7BA-4721-95FD-331851AFBC27}"/>
          </ac:spMkLst>
        </pc:spChg>
        <pc:spChg chg="del mod">
          <ac:chgData name="Vaibhav Tiwari" userId="" providerId="" clId="Web-{35C2F4E2-3AFC-4A39-A193-9B2585957D89}" dt="2024-05-11T19:50:59.706" v="327"/>
          <ac:spMkLst>
            <pc:docMk/>
            <pc:sldMk cId="469454825" sldId="279"/>
            <ac:spMk id="11" creationId="{CFC0E082-E691-2A5D-E047-20740EE7B138}"/>
          </ac:spMkLst>
        </pc:spChg>
        <pc:spChg chg="del">
          <ac:chgData name="Vaibhav Tiwari" userId="" providerId="" clId="Web-{35C2F4E2-3AFC-4A39-A193-9B2585957D89}" dt="2024-05-11T19:51:07.816" v="328"/>
          <ac:spMkLst>
            <pc:docMk/>
            <pc:sldMk cId="469454825" sldId="279"/>
            <ac:spMk id="12" creationId="{664D39EC-32A8-E378-C61E-DD8B9CE813A1}"/>
          </ac:spMkLst>
        </pc:spChg>
        <pc:spChg chg="mod">
          <ac:chgData name="Vaibhav Tiwari" userId="" providerId="" clId="Web-{35C2F4E2-3AFC-4A39-A193-9B2585957D89}" dt="2024-05-11T20:02:58.790" v="676" actId="20577"/>
          <ac:spMkLst>
            <pc:docMk/>
            <pc:sldMk cId="469454825" sldId="279"/>
            <ac:spMk id="13" creationId="{3E76F3D2-E34F-985D-A36D-3EA183CDDF5C}"/>
          </ac:spMkLst>
        </pc:spChg>
        <pc:spChg chg="del">
          <ac:chgData name="Vaibhav Tiwari" userId="" providerId="" clId="Web-{35C2F4E2-3AFC-4A39-A193-9B2585957D89}" dt="2024-05-11T19:47:16.585" v="299"/>
          <ac:spMkLst>
            <pc:docMk/>
            <pc:sldMk cId="469454825" sldId="279"/>
            <ac:spMk id="14" creationId="{383EFD12-41EE-721C-EC29-D05B3B0D012F}"/>
          </ac:spMkLst>
        </pc:spChg>
        <pc:graphicFrameChg chg="mod modGraphic">
          <ac:chgData name="Vaibhav Tiwari" userId="" providerId="" clId="Web-{35C2F4E2-3AFC-4A39-A193-9B2585957D89}" dt="2024-05-11T20:02:52.899" v="675"/>
          <ac:graphicFrameMkLst>
            <pc:docMk/>
            <pc:sldMk cId="469454825" sldId="279"/>
            <ac:graphicFrameMk id="6" creationId="{AE723095-3091-359A-59BA-B56BE0AF7510}"/>
          </ac:graphicFrameMkLst>
        </pc:graphicFrameChg>
      </pc:sldChg>
    </pc:docChg>
  </pc:docChgLst>
  <pc:docChgLst>
    <pc:chgData name="Toluwalope .T. Fasooto" clId="Web-{A4E75982-B79F-4BEC-AA98-7C908182022E}"/>
    <pc:docChg chg="modSld">
      <pc:chgData name="Toluwalope .T. Fasooto" userId="" providerId="" clId="Web-{A4E75982-B79F-4BEC-AA98-7C908182022E}" dt="2024-03-15T15:42:07.289" v="39"/>
      <pc:docMkLst>
        <pc:docMk/>
      </pc:docMkLst>
      <pc:sldChg chg="modSp">
        <pc:chgData name="Toluwalope .T. Fasooto" userId="" providerId="" clId="Web-{A4E75982-B79F-4BEC-AA98-7C908182022E}" dt="2024-03-15T15:42:07.289" v="39"/>
        <pc:sldMkLst>
          <pc:docMk/>
          <pc:sldMk cId="3639468152" sldId="256"/>
        </pc:sldMkLst>
        <pc:spChg chg="mod">
          <ac:chgData name="Toluwalope .T. Fasooto" userId="" providerId="" clId="Web-{A4E75982-B79F-4BEC-AA98-7C908182022E}" dt="2024-03-15T15:41:46.646" v="36"/>
          <ac:spMkLst>
            <pc:docMk/>
            <pc:sldMk cId="3639468152" sldId="256"/>
            <ac:spMk id="2" creationId="{306702F0-4059-AEB2-DBAD-16BA758692D0}"/>
          </ac:spMkLst>
        </pc:spChg>
        <pc:spChg chg="mod">
          <ac:chgData name="Toluwalope .T. Fasooto" userId="" providerId="" clId="Web-{A4E75982-B79F-4BEC-AA98-7C908182022E}" dt="2024-03-15T15:41:59.006" v="37"/>
          <ac:spMkLst>
            <pc:docMk/>
            <pc:sldMk cId="3639468152" sldId="256"/>
            <ac:spMk id="3" creationId="{AFB30101-08B6-EB52-A22C-26161AFC3842}"/>
          </ac:spMkLst>
        </pc:spChg>
        <pc:spChg chg="mod">
          <ac:chgData name="Toluwalope .T. Fasooto" userId="" providerId="" clId="Web-{A4E75982-B79F-4BEC-AA98-7C908182022E}" dt="2024-03-15T15:42:07.289" v="39"/>
          <ac:spMkLst>
            <pc:docMk/>
            <pc:sldMk cId="3639468152" sldId="256"/>
            <ac:spMk id="4" creationId="{E6E4D340-9A9A-4A4A-32ED-F4BA1FA2D3AC}"/>
          </ac:spMkLst>
        </pc:spChg>
        <pc:spChg chg="mod">
          <ac:chgData name="Toluwalope .T. Fasooto" userId="" providerId="" clId="Web-{A4E75982-B79F-4BEC-AA98-7C908182022E}" dt="2024-03-15T15:41:30.005" v="35" actId="14100"/>
          <ac:spMkLst>
            <pc:docMk/>
            <pc:sldMk cId="3639468152" sldId="256"/>
            <ac:spMk id="6" creationId="{480AB85F-8C51-E4B2-AAEC-8EE69C0B0150}"/>
          </ac:spMkLst>
        </pc:spChg>
        <pc:graphicFrameChg chg="mod modGraphic">
          <ac:chgData name="Toluwalope .T. Fasooto" userId="" providerId="" clId="Web-{A4E75982-B79F-4BEC-AA98-7C908182022E}" dt="2024-03-15T15:41:02.253" v="33"/>
          <ac:graphicFrameMkLst>
            <pc:docMk/>
            <pc:sldMk cId="3639468152" sldId="256"/>
            <ac:graphicFrameMk id="5" creationId="{7E29E714-C9BE-8C6B-A294-6BBBCD1AD509}"/>
          </ac:graphicFrameMkLst>
        </pc:graphicFrameChg>
      </pc:sldChg>
    </pc:docChg>
  </pc:docChgLst>
  <pc:docChgLst>
    <pc:chgData name="Aizaz Ahmed" clId="Web-{AEDF89BF-7492-4F73-8814-2E3CA75FAAC0}"/>
    <pc:docChg chg="modSld">
      <pc:chgData name="Aizaz Ahmed" userId="" providerId="" clId="Web-{AEDF89BF-7492-4F73-8814-2E3CA75FAAC0}" dt="2023-10-19T14:31:33.492" v="3"/>
      <pc:docMkLst>
        <pc:docMk/>
      </pc:docMkLst>
      <pc:sldChg chg="addSp delSp modSp">
        <pc:chgData name="Aizaz Ahmed" userId="" providerId="" clId="Web-{AEDF89BF-7492-4F73-8814-2E3CA75FAAC0}" dt="2023-10-19T14:31:33.492" v="3"/>
        <pc:sldMkLst>
          <pc:docMk/>
          <pc:sldMk cId="843757280" sldId="257"/>
        </pc:sldMkLst>
        <pc:spChg chg="add del mod">
          <ac:chgData name="Aizaz Ahmed" userId="" providerId="" clId="Web-{AEDF89BF-7492-4F73-8814-2E3CA75FAAC0}" dt="2023-10-19T14:31:33.492" v="3"/>
          <ac:spMkLst>
            <pc:docMk/>
            <pc:sldMk cId="843757280" sldId="257"/>
            <ac:spMk id="4" creationId="{90C884D1-D9DD-6CBD-C011-CFFD2A7D03B5}"/>
          </ac:spMkLst>
        </pc:spChg>
      </pc:sldChg>
    </pc:docChg>
  </pc:docChgLst>
  <pc:docChgLst>
    <pc:chgData name="Vaibhav Tiwari" clId="Web-{18DBF493-A373-4D56-B6FD-66D04EDF51A7}"/>
    <pc:docChg chg="modSld">
      <pc:chgData name="Vaibhav Tiwari" userId="" providerId="" clId="Web-{18DBF493-A373-4D56-B6FD-66D04EDF51A7}" dt="2024-05-12T16:11:52.461" v="53"/>
      <pc:docMkLst>
        <pc:docMk/>
      </pc:docMkLst>
      <pc:sldChg chg="addSp delSp modSp mod modShow">
        <pc:chgData name="Vaibhav Tiwari" userId="" providerId="" clId="Web-{18DBF493-A373-4D56-B6FD-66D04EDF51A7}" dt="2024-05-12T16:11:52.461" v="53"/>
        <pc:sldMkLst>
          <pc:docMk/>
          <pc:sldMk cId="469454825" sldId="279"/>
        </pc:sldMkLst>
        <pc:spChg chg="del">
          <ac:chgData name="Vaibhav Tiwari" userId="" providerId="" clId="Web-{18DBF493-A373-4D56-B6FD-66D04EDF51A7}" dt="2024-05-12T15:57:41.486" v="23"/>
          <ac:spMkLst>
            <pc:docMk/>
            <pc:sldMk cId="469454825" sldId="279"/>
            <ac:spMk id="2" creationId="{4DEA2610-8D3C-9D56-1FE9-3644AE50142C}"/>
          </ac:spMkLst>
        </pc:spChg>
        <pc:spChg chg="add del">
          <ac:chgData name="Vaibhav Tiwari" userId="" providerId="" clId="Web-{18DBF493-A373-4D56-B6FD-66D04EDF51A7}" dt="2024-05-12T15:54:11.199" v="1"/>
          <ac:spMkLst>
            <pc:docMk/>
            <pc:sldMk cId="469454825" sldId="279"/>
            <ac:spMk id="3" creationId="{3AAB7A67-A80F-1859-B053-1C7EC1A2C0A0}"/>
          </ac:spMkLst>
        </pc:spChg>
        <pc:spChg chg="add mod">
          <ac:chgData name="Vaibhav Tiwari" userId="" providerId="" clId="Web-{18DBF493-A373-4D56-B6FD-66D04EDF51A7}" dt="2024-05-12T16:10:46.209" v="50"/>
          <ac:spMkLst>
            <pc:docMk/>
            <pc:sldMk cId="469454825" sldId="279"/>
            <ac:spMk id="4" creationId="{DE740242-A028-CC6D-9D96-589BC0B7FEA4}"/>
          </ac:spMkLst>
        </pc:spChg>
        <pc:spChg chg="add del">
          <ac:chgData name="Vaibhav Tiwari" userId="" providerId="" clId="Web-{18DBF493-A373-4D56-B6FD-66D04EDF51A7}" dt="2024-05-12T15:56:13.233" v="10"/>
          <ac:spMkLst>
            <pc:docMk/>
            <pc:sldMk cId="469454825" sldId="279"/>
            <ac:spMk id="5" creationId="{B38C13E2-FB25-67E9-E4CC-94D317456D86}"/>
          </ac:spMkLst>
        </pc:spChg>
        <pc:spChg chg="add mod">
          <ac:chgData name="Vaibhav Tiwari" userId="" providerId="" clId="Web-{18DBF493-A373-4D56-B6FD-66D04EDF51A7}" dt="2024-05-12T15:56:48.734" v="15" actId="14100"/>
          <ac:spMkLst>
            <pc:docMk/>
            <pc:sldMk cId="469454825" sldId="279"/>
            <ac:spMk id="7" creationId="{8D4C21C1-08CF-7E4E-FBDC-D2B2B6F07BFF}"/>
          </ac:spMkLst>
        </pc:spChg>
        <pc:spChg chg="del">
          <ac:chgData name="Vaibhav Tiwari" userId="" providerId="" clId="Web-{18DBF493-A373-4D56-B6FD-66D04EDF51A7}" dt="2024-05-12T15:55:10.435" v="2"/>
          <ac:spMkLst>
            <pc:docMk/>
            <pc:sldMk cId="469454825" sldId="279"/>
            <ac:spMk id="8" creationId="{813D86B1-3BA4-7984-5727-10A2978FCB28}"/>
          </ac:spMkLst>
        </pc:spChg>
        <pc:spChg chg="del">
          <ac:chgData name="Vaibhav Tiwari" userId="" providerId="" clId="Web-{18DBF493-A373-4D56-B6FD-66D04EDF51A7}" dt="2024-05-12T15:56:02.702" v="8"/>
          <ac:spMkLst>
            <pc:docMk/>
            <pc:sldMk cId="469454825" sldId="279"/>
            <ac:spMk id="9" creationId="{B38C13E2-FB25-67E9-E4CC-94D317456D86}"/>
          </ac:spMkLst>
        </pc:spChg>
        <pc:spChg chg="add mod">
          <ac:chgData name="Vaibhav Tiwari" userId="" providerId="" clId="Web-{18DBF493-A373-4D56-B6FD-66D04EDF51A7}" dt="2024-05-12T15:58:25.862" v="30"/>
          <ac:spMkLst>
            <pc:docMk/>
            <pc:sldMk cId="469454825" sldId="279"/>
            <ac:spMk id="10" creationId="{2D5B404E-F519-3A26-B5D7-0DE20A3FC394}"/>
          </ac:spMkLst>
        </pc:spChg>
        <pc:spChg chg="add mod">
          <ac:chgData name="Vaibhav Tiwari" userId="" providerId="" clId="Web-{18DBF493-A373-4D56-B6FD-66D04EDF51A7}" dt="2024-05-12T15:58:18.674" v="29"/>
          <ac:spMkLst>
            <pc:docMk/>
            <pc:sldMk cId="469454825" sldId="279"/>
            <ac:spMk id="11" creationId="{9C3B79F8-4322-EA5D-48D5-2CBDA6EF1E2C}"/>
          </ac:spMkLst>
        </pc:spChg>
        <pc:spChg chg="del">
          <ac:chgData name="Vaibhav Tiwari" userId="" providerId="" clId="Web-{18DBF493-A373-4D56-B6FD-66D04EDF51A7}" dt="2024-05-12T15:57:00.719" v="16"/>
          <ac:spMkLst>
            <pc:docMk/>
            <pc:sldMk cId="469454825" sldId="279"/>
            <ac:spMk id="13" creationId="{3E76F3D2-E34F-985D-A36D-3EA183CDDF5C}"/>
          </ac:spMkLst>
        </pc:spChg>
        <pc:graphicFrameChg chg="modGraphic">
          <ac:chgData name="Vaibhav Tiwari" userId="" providerId="" clId="Web-{18DBF493-A373-4D56-B6FD-66D04EDF51A7}" dt="2024-05-12T16:11:21.757" v="52"/>
          <ac:graphicFrameMkLst>
            <pc:docMk/>
            <pc:sldMk cId="469454825" sldId="279"/>
            <ac:graphicFrameMk id="6" creationId="{AE723095-3091-359A-59BA-B56BE0AF7510}"/>
          </ac:graphicFrameMkLst>
        </pc:graphicFrameChg>
        <pc:graphicFrameChg chg="add del mod modGraphic">
          <ac:chgData name="Vaibhav Tiwari" userId="" providerId="" clId="Web-{18DBF493-A373-4D56-B6FD-66D04EDF51A7}" dt="2024-05-12T16:10:29.052" v="48"/>
          <ac:graphicFrameMkLst>
            <pc:docMk/>
            <pc:sldMk cId="469454825" sldId="279"/>
            <ac:graphicFrameMk id="15" creationId="{2648A021-849B-2AE9-AE5A-DBD1DE86F618}"/>
          </ac:graphicFrameMkLst>
        </pc:graphicFrameChg>
        <pc:picChg chg="add del mod">
          <ac:chgData name="Vaibhav Tiwari" userId="" providerId="" clId="Web-{18DBF493-A373-4D56-B6FD-66D04EDF51A7}" dt="2024-05-12T16:08:06.127" v="36"/>
          <ac:picMkLst>
            <pc:docMk/>
            <pc:sldMk cId="469454825" sldId="279"/>
            <ac:picMk id="12" creationId="{1F491227-ABFE-CA18-4AFA-F2A5CBAD7ADB}"/>
          </ac:picMkLst>
        </pc:picChg>
        <pc:picChg chg="add del mod">
          <ac:chgData name="Vaibhav Tiwari" userId="" providerId="" clId="Web-{18DBF493-A373-4D56-B6FD-66D04EDF51A7}" dt="2024-05-12T16:09:06.159" v="44"/>
          <ac:picMkLst>
            <pc:docMk/>
            <pc:sldMk cId="469454825" sldId="279"/>
            <ac:picMk id="14" creationId="{2446C9BA-F3B0-5427-1255-9CE84D774FB7}"/>
          </ac:picMkLst>
        </pc:picChg>
      </pc:sldChg>
    </pc:docChg>
  </pc:docChgLst>
  <pc:docChgLst>
    <pc:chgData name="Vaibhav Tiwari" clId="Web-{11F68614-0133-40D7-A3B2-C5545D8A32B3}"/>
    <pc:docChg chg="delSld modSld">
      <pc:chgData name="Vaibhav Tiwari" userId="" providerId="" clId="Web-{11F68614-0133-40D7-A3B2-C5545D8A32B3}" dt="2024-05-11T18:31:54.904" v="5"/>
      <pc:docMkLst>
        <pc:docMk/>
      </pc:docMkLst>
      <pc:sldChg chg="del">
        <pc:chgData name="Vaibhav Tiwari" userId="" providerId="" clId="Web-{11F68614-0133-40D7-A3B2-C5545D8A32B3}" dt="2024-05-11T17:45:16" v="0"/>
        <pc:sldMkLst>
          <pc:docMk/>
          <pc:sldMk cId="1008397582" sldId="278"/>
        </pc:sldMkLst>
      </pc:sldChg>
      <pc:sldChg chg="modSp">
        <pc:chgData name="Vaibhav Tiwari" userId="" providerId="" clId="Web-{11F68614-0133-40D7-A3B2-C5545D8A32B3}" dt="2024-05-11T18:31:54.904" v="5"/>
        <pc:sldMkLst>
          <pc:docMk/>
          <pc:sldMk cId="469454825" sldId="279"/>
        </pc:sldMkLst>
        <pc:spChg chg="mod">
          <ac:chgData name="Vaibhav Tiwari" userId="" providerId="" clId="Web-{11F68614-0133-40D7-A3B2-C5545D8A32B3}" dt="2024-05-11T17:45:40.516" v="3" actId="1076"/>
          <ac:spMkLst>
            <pc:docMk/>
            <pc:sldMk cId="469454825" sldId="279"/>
            <ac:spMk id="7" creationId="{928D205D-E9D9-1307-0388-780C8766F695}"/>
          </ac:spMkLst>
        </pc:spChg>
        <pc:spChg chg="mod">
          <ac:chgData name="Vaibhav Tiwari" userId="" providerId="" clId="Web-{11F68614-0133-40D7-A3B2-C5545D8A32B3}" dt="2024-05-11T18:31:54.904" v="5"/>
          <ac:spMkLst>
            <pc:docMk/>
            <pc:sldMk cId="469454825" sldId="279"/>
            <ac:spMk id="8" creationId="{813D86B1-3BA4-7984-5727-10A2978FCB28}"/>
          </ac:spMkLst>
        </pc:spChg>
        <pc:spChg chg="mod">
          <ac:chgData name="Vaibhav Tiwari" userId="" providerId="" clId="Web-{11F68614-0133-40D7-A3B2-C5545D8A32B3}" dt="2024-05-11T17:45:33.610" v="2" actId="1076"/>
          <ac:spMkLst>
            <pc:docMk/>
            <pc:sldMk cId="469454825" sldId="279"/>
            <ac:spMk id="9" creationId="{B38C13E2-FB25-67E9-E4CC-94D317456D86}"/>
          </ac:spMkLst>
        </pc:spChg>
        <pc:graphicFrameChg chg="modGraphic">
          <ac:chgData name="Vaibhav Tiwari" userId="" providerId="" clId="Web-{11F68614-0133-40D7-A3B2-C5545D8A32B3}" dt="2024-05-11T18:30:35.386" v="4"/>
          <ac:graphicFrameMkLst>
            <pc:docMk/>
            <pc:sldMk cId="469454825" sldId="279"/>
            <ac:graphicFrameMk id="6" creationId="{AE723095-3091-359A-59BA-B56BE0AF7510}"/>
          </ac:graphicFrameMkLst>
        </pc:graphicFrameChg>
      </pc:sldChg>
    </pc:docChg>
  </pc:docChgLst>
  <pc:docChgLst>
    <pc:chgData name="Vibeke Smits" clId="Web-{65F56496-F57C-469C-B0D7-87B1F28BEC42}"/>
    <pc:docChg chg="addSld">
      <pc:chgData name="Vibeke Smits" userId="" providerId="" clId="Web-{65F56496-F57C-469C-B0D7-87B1F28BEC42}" dt="2024-04-10T06:38:16.218" v="0"/>
      <pc:docMkLst>
        <pc:docMk/>
      </pc:docMkLst>
      <pc:sldChg chg="add replId">
        <pc:chgData name="Vibeke Smits" userId="" providerId="" clId="Web-{65F56496-F57C-469C-B0D7-87B1F28BEC42}" dt="2024-04-10T06:38:16.218" v="0"/>
        <pc:sldMkLst>
          <pc:docMk/>
          <pc:sldMk cId="1944333140" sldId="280"/>
        </pc:sldMkLst>
      </pc:sldChg>
    </pc:docChg>
  </pc:docChgLst>
  <pc:docChgLst>
    <pc:chgData name="Toluwalope .T. Fasooto" clId="Web-{EA7A5331-C883-469F-914F-FEB160011833}"/>
    <pc:docChg chg="modSld">
      <pc:chgData name="Toluwalope .T. Fasooto" userId="" providerId="" clId="Web-{EA7A5331-C883-469F-914F-FEB160011833}" dt="2024-03-15T10:52:06.122" v="68"/>
      <pc:docMkLst>
        <pc:docMk/>
      </pc:docMkLst>
      <pc:sldChg chg="modSp">
        <pc:chgData name="Toluwalope .T. Fasooto" userId="" providerId="" clId="Web-{EA7A5331-C883-469F-914F-FEB160011833}" dt="2024-03-15T10:52:06.122" v="68"/>
        <pc:sldMkLst>
          <pc:docMk/>
          <pc:sldMk cId="3639468152" sldId="256"/>
        </pc:sldMkLst>
        <pc:graphicFrameChg chg="mod modGraphic">
          <ac:chgData name="Toluwalope .T. Fasooto" userId="" providerId="" clId="Web-{EA7A5331-C883-469F-914F-FEB160011833}" dt="2024-03-15T10:52:06.122" v="68"/>
          <ac:graphicFrameMkLst>
            <pc:docMk/>
            <pc:sldMk cId="3639468152" sldId="256"/>
            <ac:graphicFrameMk id="5" creationId="{7E29E714-C9BE-8C6B-A294-6BBBCD1AD509}"/>
          </ac:graphicFrameMkLst>
        </pc:graphicFrameChg>
      </pc:sldChg>
    </pc:docChg>
  </pc:docChgLst>
  <pc:docChgLst>
    <pc:chgData name="asfand yaar" userId="wYhI4c/835GYdnvXh94vmz2cY+wbmfLQ6zwm2Fqvl1w=" providerId="None" clId="Web-{A1812F83-8ECC-40E4-B801-0C4964B9C593}"/>
    <pc:docChg chg="modSld">
      <pc:chgData name="asfand yaar" userId="wYhI4c/835GYdnvXh94vmz2cY+wbmfLQ6zwm2Fqvl1w=" providerId="None" clId="Web-{A1812F83-8ECC-40E4-B801-0C4964B9C593}" dt="2025-03-29T15:35:32.942" v="104"/>
      <pc:docMkLst>
        <pc:docMk/>
      </pc:docMkLst>
      <pc:sldChg chg="modSp">
        <pc:chgData name="asfand yaar" userId="wYhI4c/835GYdnvXh94vmz2cY+wbmfLQ6zwm2Fqvl1w=" providerId="None" clId="Web-{A1812F83-8ECC-40E4-B801-0C4964B9C593}" dt="2025-03-29T15:35:32.942" v="104"/>
        <pc:sldMkLst>
          <pc:docMk/>
          <pc:sldMk cId="469454825" sldId="279"/>
        </pc:sldMkLst>
        <pc:graphicFrameChg chg="mod modGraphic">
          <ac:chgData name="asfand yaar" userId="wYhI4c/835GYdnvXh94vmz2cY+wbmfLQ6zwm2Fqvl1w=" providerId="None" clId="Web-{A1812F83-8ECC-40E4-B801-0C4964B9C593}" dt="2025-03-29T15:35:32.942" v="104"/>
          <ac:graphicFrameMkLst>
            <pc:docMk/>
            <pc:sldMk cId="469454825" sldId="279"/>
            <ac:graphicFrameMk id="6" creationId="{AE723095-3091-359A-59BA-B56BE0AF7510}"/>
          </ac:graphicFrameMkLst>
        </pc:graphicFrameChg>
      </pc:sldChg>
    </pc:docChg>
  </pc:docChgLst>
  <pc:docChgLst>
    <pc:chgData name="shay Shay" clId="Web-{37ECC903-CAA6-48BD-ACC8-B4B826EF7427}"/>
    <pc:docChg chg="modSld">
      <pc:chgData name="shay Shay" userId="" providerId="" clId="Web-{37ECC903-CAA6-48BD-ACC8-B4B826EF7427}" dt="2024-01-10T13:12:12.114" v="458"/>
      <pc:docMkLst>
        <pc:docMk/>
      </pc:docMkLst>
      <pc:sldChg chg="addSp delSp modSp">
        <pc:chgData name="shay Shay" userId="" providerId="" clId="Web-{37ECC903-CAA6-48BD-ACC8-B4B826EF7427}" dt="2024-01-10T13:12:12.114" v="458"/>
        <pc:sldMkLst>
          <pc:docMk/>
          <pc:sldMk cId="843757280" sldId="257"/>
        </pc:sldMkLst>
        <pc:spChg chg="mod">
          <ac:chgData name="shay Shay" userId="" providerId="" clId="Web-{37ECC903-CAA6-48BD-ACC8-B4B826EF7427}" dt="2024-01-10T13:07:34.220" v="291" actId="1076"/>
          <ac:spMkLst>
            <pc:docMk/>
            <pc:sldMk cId="843757280" sldId="257"/>
            <ac:spMk id="2" creationId="{7975C8F4-7460-5EF2-BE2B-3C4867EB40A8}"/>
          </ac:spMkLst>
        </pc:spChg>
        <pc:spChg chg="mod">
          <ac:chgData name="shay Shay" userId="" providerId="" clId="Web-{37ECC903-CAA6-48BD-ACC8-B4B826EF7427}" dt="2024-01-10T13:07:48.206" v="292" actId="1076"/>
          <ac:spMkLst>
            <pc:docMk/>
            <pc:sldMk cId="843757280" sldId="257"/>
            <ac:spMk id="3" creationId="{B4011776-AEDD-641B-B9A8-93F30B936589}"/>
          </ac:spMkLst>
        </pc:spChg>
        <pc:graphicFrameChg chg="mod modGraphic">
          <ac:chgData name="shay Shay" userId="" providerId="" clId="Web-{37ECC903-CAA6-48BD-ACC8-B4B826EF7427}" dt="2024-01-10T13:12:12.114" v="458"/>
          <ac:graphicFrameMkLst>
            <pc:docMk/>
            <pc:sldMk cId="843757280" sldId="257"/>
            <ac:graphicFrameMk id="5" creationId="{7E29E714-C9BE-8C6B-A294-6BBBCD1AD509}"/>
          </ac:graphicFrameMkLst>
        </pc:graphicFrameChg>
        <pc:graphicFrameChg chg="add del mod">
          <ac:chgData name="shay Shay" userId="" providerId="" clId="Web-{37ECC903-CAA6-48BD-ACC8-B4B826EF7427}" dt="2024-01-10T12:57:23.491" v="5"/>
          <ac:graphicFrameMkLst>
            <pc:docMk/>
            <pc:sldMk cId="843757280" sldId="257"/>
            <ac:graphicFrameMk id="13" creationId="{0F0A873D-3051-69C2-A8F7-DF8D0BEA6301}"/>
          </ac:graphicFrameMkLst>
        </pc:graphicFrameChg>
        <pc:graphicFrameChg chg="add del mod">
          <ac:chgData name="shay Shay" userId="" providerId="" clId="Web-{37ECC903-CAA6-48BD-ACC8-B4B826EF7427}" dt="2024-01-10T12:57:20.757" v="4"/>
          <ac:graphicFrameMkLst>
            <pc:docMk/>
            <pc:sldMk cId="843757280" sldId="257"/>
            <ac:graphicFrameMk id="18" creationId="{CC8FB7C9-52BE-58F7-C8C5-792B47BE5FF5}"/>
          </ac:graphicFrameMkLst>
        </pc:graphicFrameChg>
        <pc:graphicFrameChg chg="add del mod modGraphic">
          <ac:chgData name="shay Shay" userId="" providerId="" clId="Web-{37ECC903-CAA6-48BD-ACC8-B4B826EF7427}" dt="2024-01-10T12:57:48.774" v="11"/>
          <ac:graphicFrameMkLst>
            <pc:docMk/>
            <pc:sldMk cId="843757280" sldId="257"/>
            <ac:graphicFrameMk id="20" creationId="{D1F6E8E3-B4A5-084C-B53D-B39A043F08DB}"/>
          </ac:graphicFrameMkLst>
        </pc:graphicFrameChg>
      </pc:sldChg>
    </pc:docChg>
  </pc:docChgLst>
  <pc:docChgLst>
    <pc:chgData name="Zahabiya Shamoon" clId="Web-{20EA82E7-4419-4A87-AC31-7FF7517BC573}"/>
    <pc:docChg chg="modSld">
      <pc:chgData name="Zahabiya Shamoon" userId="" providerId="" clId="Web-{20EA82E7-4419-4A87-AC31-7FF7517BC573}" dt="2024-03-21T23:09:26.240" v="43" actId="20577"/>
      <pc:docMkLst>
        <pc:docMk/>
      </pc:docMkLst>
      <pc:sldChg chg="delSp modSp">
        <pc:chgData name="Zahabiya Shamoon" userId="" providerId="" clId="Web-{20EA82E7-4419-4A87-AC31-7FF7517BC573}" dt="2024-03-21T23:09:26.240" v="43" actId="20577"/>
        <pc:sldMkLst>
          <pc:docMk/>
          <pc:sldMk cId="469454825" sldId="279"/>
        </pc:sldMkLst>
        <pc:spChg chg="mod">
          <ac:chgData name="Zahabiya Shamoon" userId="" providerId="" clId="Web-{20EA82E7-4419-4A87-AC31-7FF7517BC573}" dt="2024-03-21T23:09:26.240" v="43" actId="20577"/>
          <ac:spMkLst>
            <pc:docMk/>
            <pc:sldMk cId="469454825" sldId="279"/>
            <ac:spMk id="7" creationId="{928D205D-E9D9-1307-0388-780C8766F695}"/>
          </ac:spMkLst>
        </pc:spChg>
        <pc:graphicFrameChg chg="mod modGraphic">
          <ac:chgData name="Zahabiya Shamoon" userId="" providerId="" clId="Web-{20EA82E7-4419-4A87-AC31-7FF7517BC573}" dt="2024-03-21T23:08:37.425" v="28"/>
          <ac:graphicFrameMkLst>
            <pc:docMk/>
            <pc:sldMk cId="469454825" sldId="279"/>
            <ac:graphicFrameMk id="6" creationId="{AE723095-3091-359A-59BA-B56BE0AF7510}"/>
          </ac:graphicFrameMkLst>
        </pc:graphicFrameChg>
        <pc:picChg chg="del">
          <ac:chgData name="Zahabiya Shamoon" userId="" providerId="" clId="Web-{20EA82E7-4419-4A87-AC31-7FF7517BC573}" dt="2024-03-21T23:08:40.534" v="29"/>
          <ac:picMkLst>
            <pc:docMk/>
            <pc:sldMk cId="469454825" sldId="279"/>
            <ac:picMk id="16" creationId="{BEA466D0-9053-D049-76D8-2E9D076A85F4}"/>
          </ac:picMkLst>
        </pc:picChg>
        <pc:picChg chg="del">
          <ac:chgData name="Zahabiya Shamoon" userId="" providerId="" clId="Web-{20EA82E7-4419-4A87-AC31-7FF7517BC573}" dt="2024-03-21T23:08:42.565" v="30"/>
          <ac:picMkLst>
            <pc:docMk/>
            <pc:sldMk cId="469454825" sldId="279"/>
            <ac:picMk id="17" creationId="{50A1B9B6-8E03-A0DB-1193-1FBD6CA74731}"/>
          </ac:picMkLst>
        </pc:picChg>
      </pc:sldChg>
    </pc:docChg>
  </pc:docChgLst>
  <pc:docChgLst>
    <pc:chgData name="arshad ahmed" userId="V914SfLjN23Tz6qcT82/55/sgqLIMsqb8Fp9F3EDP9s=" providerId="None" clId="Web-{1F37FA9F-AEAA-4D3F-BA0F-19F3B613D862}"/>
    <pc:docChg chg="modSld">
      <pc:chgData name="arshad ahmed" userId="V914SfLjN23Tz6qcT82/55/sgqLIMsqb8Fp9F3EDP9s=" providerId="None" clId="Web-{1F37FA9F-AEAA-4D3F-BA0F-19F3B613D862}" dt="2025-05-10T21:53:17.273" v="103"/>
      <pc:docMkLst>
        <pc:docMk/>
      </pc:docMkLst>
      <pc:sldChg chg="modSp">
        <pc:chgData name="arshad ahmed" userId="V914SfLjN23Tz6qcT82/55/sgqLIMsqb8Fp9F3EDP9s=" providerId="None" clId="Web-{1F37FA9F-AEAA-4D3F-BA0F-19F3B613D862}" dt="2025-05-10T21:53:17.273" v="103"/>
        <pc:sldMkLst>
          <pc:docMk/>
          <pc:sldMk cId="469454825" sldId="279"/>
        </pc:sldMkLst>
        <pc:graphicFrameChg chg="mod modGraphic">
          <ac:chgData name="arshad ahmed" userId="V914SfLjN23Tz6qcT82/55/sgqLIMsqb8Fp9F3EDP9s=" providerId="None" clId="Web-{1F37FA9F-AEAA-4D3F-BA0F-19F3B613D862}" dt="2025-05-10T21:53:17.273" v="103"/>
          <ac:graphicFrameMkLst>
            <pc:docMk/>
            <pc:sldMk cId="469454825" sldId="279"/>
            <ac:graphicFrameMk id="6" creationId="{AE723095-3091-359A-59BA-B56BE0AF7510}"/>
          </ac:graphicFrameMkLst>
        </pc:graphicFrameChg>
      </pc:sldChg>
    </pc:docChg>
  </pc:docChgLst>
  <pc:docChgLst>
    <pc:chgData name="Vaibhav Tiwari" userId="BFaFGPn4rt6/JqZ+q7TWgjYU4DCtqtytIxJvzMBqcaU=" providerId="None" clId="Web-{35C2F4E2-3AFC-4A39-A193-9B2585957D89}"/>
    <pc:docChg chg="modSld">
      <pc:chgData name="Vaibhav Tiwari" userId="BFaFGPn4rt6/JqZ+q7TWgjYU4DCtqtytIxJvzMBqcaU=" providerId="None" clId="Web-{35C2F4E2-3AFC-4A39-A193-9B2585957D89}" dt="2024-05-11T19:55:49.041" v="0" actId="1076"/>
      <pc:docMkLst>
        <pc:docMk/>
      </pc:docMkLst>
      <pc:sldChg chg="modSp">
        <pc:chgData name="Vaibhav Tiwari" userId="BFaFGPn4rt6/JqZ+q7TWgjYU4DCtqtytIxJvzMBqcaU=" providerId="None" clId="Web-{35C2F4E2-3AFC-4A39-A193-9B2585957D89}" dt="2024-05-11T19:55:49.041" v="0" actId="1076"/>
        <pc:sldMkLst>
          <pc:docMk/>
          <pc:sldMk cId="469454825" sldId="279"/>
        </pc:sldMkLst>
        <pc:spChg chg="mod">
          <ac:chgData name="Vaibhav Tiwari" userId="BFaFGPn4rt6/JqZ+q7TWgjYU4DCtqtytIxJvzMBqcaU=" providerId="None" clId="Web-{35C2F4E2-3AFC-4A39-A193-9B2585957D89}" dt="2024-05-11T19:55:49.041" v="0" actId="1076"/>
          <ac:spMkLst>
            <pc:docMk/>
            <pc:sldMk cId="469454825" sldId="279"/>
            <ac:spMk id="8" creationId="{813D86B1-3BA4-7984-5727-10A2978FCB28}"/>
          </ac:spMkLst>
        </pc:spChg>
      </pc:sldChg>
    </pc:docChg>
  </pc:docChgLst>
  <pc:docChgLst>
    <pc:chgData name="OLUSEGUN ODUMOSU" userId="SdnG+aP7ecRDHyw+FVxPeoWqjTQV/UnWMT1OuzHIv8I=" providerId="None" clId="Web-{113D58A7-9BA2-4386-874F-C3311B547415}"/>
    <pc:docChg chg="modSld">
      <pc:chgData name="OLUSEGUN ODUMOSU" userId="SdnG+aP7ecRDHyw+FVxPeoWqjTQV/UnWMT1OuzHIv8I=" providerId="None" clId="Web-{113D58A7-9BA2-4386-874F-C3311B547415}" dt="2025-06-20T01:48:58.173" v="1"/>
      <pc:docMkLst>
        <pc:docMk/>
      </pc:docMkLst>
      <pc:sldChg chg="modSp">
        <pc:chgData name="OLUSEGUN ODUMOSU" userId="SdnG+aP7ecRDHyw+FVxPeoWqjTQV/UnWMT1OuzHIv8I=" providerId="None" clId="Web-{113D58A7-9BA2-4386-874F-C3311B547415}" dt="2025-06-20T01:48:58.173" v="1"/>
        <pc:sldMkLst>
          <pc:docMk/>
          <pc:sldMk cId="469454825" sldId="279"/>
        </pc:sldMkLst>
        <pc:graphicFrameChg chg="mod modGraphic">
          <ac:chgData name="OLUSEGUN ODUMOSU" userId="SdnG+aP7ecRDHyw+FVxPeoWqjTQV/UnWMT1OuzHIv8I=" providerId="None" clId="Web-{113D58A7-9BA2-4386-874F-C3311B547415}" dt="2025-06-20T01:48:58.173" v="1"/>
          <ac:graphicFrameMkLst>
            <pc:docMk/>
            <pc:sldMk cId="469454825" sldId="279"/>
            <ac:graphicFrameMk id="6" creationId="{AE723095-3091-359A-59BA-B56BE0AF7510}"/>
          </ac:graphicFrameMkLst>
        </pc:graphicFrameChg>
      </pc:sldChg>
    </pc:docChg>
  </pc:docChgLst>
  <pc:docChgLst>
    <pc:chgData name="Bidhan Acharya THA077BCT015" clId="Web-{B434C5F2-DD18-4118-A108-104C38A8B07D}"/>
    <pc:docChg chg="modSld">
      <pc:chgData name="Bidhan Acharya THA077BCT015" userId="" providerId="" clId="Web-{B434C5F2-DD18-4118-A108-104C38A8B07D}" dt="2024-01-04T12:49:52.219" v="1"/>
      <pc:docMkLst>
        <pc:docMk/>
      </pc:docMkLst>
      <pc:sldChg chg="modSp">
        <pc:chgData name="Bidhan Acharya THA077BCT015" userId="" providerId="" clId="Web-{B434C5F2-DD18-4118-A108-104C38A8B07D}" dt="2024-01-04T12:49:52.219" v="1"/>
        <pc:sldMkLst>
          <pc:docMk/>
          <pc:sldMk cId="843757280" sldId="257"/>
        </pc:sldMkLst>
        <pc:graphicFrameChg chg="modGraphic">
          <ac:chgData name="Bidhan Acharya THA077BCT015" userId="" providerId="" clId="Web-{B434C5F2-DD18-4118-A108-104C38A8B07D}" dt="2024-01-04T12:49:52.219" v="1"/>
          <ac:graphicFrameMkLst>
            <pc:docMk/>
            <pc:sldMk cId="843757280" sldId="257"/>
            <ac:graphicFrameMk id="5" creationId="{7E29E714-C9BE-8C6B-A294-6BBBCD1AD509}"/>
          </ac:graphicFrameMkLst>
        </pc:graphicFrameChg>
      </pc:sldChg>
    </pc:docChg>
  </pc:docChgLst>
  <pc:docChgLst>
    <pc:chgData name="Toluwalope .T. Fasooto" clId="Web-{3BD820D0-6B33-4F2A-842C-C8CB8E2BCBF9}"/>
    <pc:docChg chg="delSld modSld">
      <pc:chgData name="Toluwalope .T. Fasooto" userId="" providerId="" clId="Web-{3BD820D0-6B33-4F2A-842C-C8CB8E2BCBF9}" dt="2024-03-15T10:32:12.686" v="297"/>
      <pc:docMkLst>
        <pc:docMk/>
      </pc:docMkLst>
      <pc:sldChg chg="addSp delSp modSp">
        <pc:chgData name="Toluwalope .T. Fasooto" userId="" providerId="" clId="Web-{3BD820D0-6B33-4F2A-842C-C8CB8E2BCBF9}" dt="2024-03-15T10:32:12.686" v="297"/>
        <pc:sldMkLst>
          <pc:docMk/>
          <pc:sldMk cId="3639468152" sldId="256"/>
        </pc:sldMkLst>
        <pc:graphicFrameChg chg="add del mod modGraphic">
          <ac:chgData name="Toluwalope .T. Fasooto" userId="" providerId="" clId="Web-{3BD820D0-6B33-4F2A-842C-C8CB8E2BCBF9}" dt="2024-03-15T10:32:12.686" v="297"/>
          <ac:graphicFrameMkLst>
            <pc:docMk/>
            <pc:sldMk cId="3639468152" sldId="256"/>
            <ac:graphicFrameMk id="5" creationId="{7E29E714-C9BE-8C6B-A294-6BBBCD1AD509}"/>
          </ac:graphicFrameMkLst>
        </pc:graphicFrameChg>
      </pc:sldChg>
      <pc:sldChg chg="modSp del">
        <pc:chgData name="Toluwalope .T. Fasooto" userId="" providerId="" clId="Web-{3BD820D0-6B33-4F2A-842C-C8CB8E2BCBF9}" dt="2024-03-15T10:19:30.379" v="3"/>
        <pc:sldMkLst>
          <pc:docMk/>
          <pc:sldMk cId="843757280" sldId="257"/>
        </pc:sldMkLst>
        <pc:spChg chg="mod">
          <ac:chgData name="Toluwalope .T. Fasooto" userId="" providerId="" clId="Web-{3BD820D0-6B33-4F2A-842C-C8CB8E2BCBF9}" dt="2024-03-15T10:17:47.704" v="0" actId="1076"/>
          <ac:spMkLst>
            <pc:docMk/>
            <pc:sldMk cId="843757280" sldId="257"/>
            <ac:spMk id="3" creationId="{B4011776-AEDD-641B-B9A8-93F30B936589}"/>
          </ac:spMkLst>
        </pc:spChg>
        <pc:spChg chg="mod">
          <ac:chgData name="Toluwalope .T. Fasooto" userId="" providerId="" clId="Web-{3BD820D0-6B33-4F2A-842C-C8CB8E2BCBF9}" dt="2024-03-15T10:18:06.157" v="2" actId="14100"/>
          <ac:spMkLst>
            <pc:docMk/>
            <pc:sldMk cId="843757280" sldId="257"/>
            <ac:spMk id="6" creationId="{DAF26E0C-B6B6-0727-BEB9-BCB620030A54}"/>
          </ac:spMkLst>
        </pc:spChg>
      </pc:sldChg>
      <pc:sldChg chg="del">
        <pc:chgData name="Toluwalope .T. Fasooto" userId="" providerId="" clId="Web-{3BD820D0-6B33-4F2A-842C-C8CB8E2BCBF9}" dt="2024-03-15T10:19:33.395" v="4"/>
        <pc:sldMkLst>
          <pc:docMk/>
          <pc:sldMk cId="3649968376" sldId="276"/>
        </pc:sldMkLst>
      </pc:sldChg>
      <pc:sldChg chg="modSp">
        <pc:chgData name="Toluwalope .T. Fasooto" userId="" providerId="" clId="Web-{3BD820D0-6B33-4F2A-842C-C8CB8E2BCBF9}" dt="2024-03-15T10:23:20.871" v="164"/>
        <pc:sldMkLst>
          <pc:docMk/>
          <pc:sldMk cId="469454825" sldId="279"/>
        </pc:sldMkLst>
        <pc:graphicFrameChg chg="mod modGraphic">
          <ac:chgData name="Toluwalope .T. Fasooto" userId="" providerId="" clId="Web-{3BD820D0-6B33-4F2A-842C-C8CB8E2BCBF9}" dt="2024-03-15T10:23:20.871" v="164"/>
          <ac:graphicFrameMkLst>
            <pc:docMk/>
            <pc:sldMk cId="469454825" sldId="279"/>
            <ac:graphicFrameMk id="6" creationId="{AE723095-3091-359A-59BA-B56BE0AF7510}"/>
          </ac:graphicFrameMkLst>
        </pc:graphicFrameChg>
      </pc:sldChg>
    </pc:docChg>
  </pc:docChgLst>
  <pc:docChgLst>
    <pc:chgData name="Toluwalope .T. Fasooto" clId="Web-{DC526690-D448-482C-A24A-9CB79CF2235C}"/>
    <pc:docChg chg="modSld">
      <pc:chgData name="Toluwalope .T. Fasooto" userId="" providerId="" clId="Web-{DC526690-D448-482C-A24A-9CB79CF2235C}" dt="2024-03-15T11:12:16.438" v="100"/>
      <pc:docMkLst>
        <pc:docMk/>
      </pc:docMkLst>
      <pc:sldChg chg="addSp delSp modSp">
        <pc:chgData name="Toluwalope .T. Fasooto" userId="" providerId="" clId="Web-{DC526690-D448-482C-A24A-9CB79CF2235C}" dt="2024-03-15T11:12:16.438" v="100"/>
        <pc:sldMkLst>
          <pc:docMk/>
          <pc:sldMk cId="3639468152" sldId="256"/>
        </pc:sldMkLst>
        <pc:spChg chg="add mod">
          <ac:chgData name="Toluwalope .T. Fasooto" userId="" providerId="" clId="Web-{DC526690-D448-482C-A24A-9CB79CF2235C}" dt="2024-03-15T11:02:52.719" v="79"/>
          <ac:spMkLst>
            <pc:docMk/>
            <pc:sldMk cId="3639468152" sldId="256"/>
            <ac:spMk id="2" creationId="{306702F0-4059-AEB2-DBAD-16BA758692D0}"/>
          </ac:spMkLst>
        </pc:spChg>
        <pc:spChg chg="add mod">
          <ac:chgData name="Toluwalope .T. Fasooto" userId="" providerId="" clId="Web-{DC526690-D448-482C-A24A-9CB79CF2235C}" dt="2024-03-15T11:04:31.175" v="88"/>
          <ac:spMkLst>
            <pc:docMk/>
            <pc:sldMk cId="3639468152" sldId="256"/>
            <ac:spMk id="3" creationId="{AFB30101-08B6-EB52-A22C-26161AFC3842}"/>
          </ac:spMkLst>
        </pc:spChg>
        <pc:spChg chg="add del mod">
          <ac:chgData name="Toluwalope .T. Fasooto" userId="" providerId="" clId="Web-{DC526690-D448-482C-A24A-9CB79CF2235C}" dt="2024-03-15T11:05:25.598" v="94"/>
          <ac:spMkLst>
            <pc:docMk/>
            <pc:sldMk cId="3639468152" sldId="256"/>
            <ac:spMk id="4" creationId="{66049258-2E97-C500-7C9D-4644C6C72E0D}"/>
          </ac:spMkLst>
        </pc:spChg>
        <pc:spChg chg="add del mod">
          <ac:chgData name="Toluwalope .T. Fasooto" userId="" providerId="" clId="Web-{DC526690-D448-482C-A24A-9CB79CF2235C}" dt="2024-03-15T11:05:58.818" v="97"/>
          <ac:spMkLst>
            <pc:docMk/>
            <pc:sldMk cId="3639468152" sldId="256"/>
            <ac:spMk id="6" creationId="{F26210A3-E3B8-F75D-DCD8-D9F3D8A9CBBB}"/>
          </ac:spMkLst>
        </pc:spChg>
        <pc:spChg chg="add del mod">
          <ac:chgData name="Toluwalope .T. Fasooto" userId="" providerId="" clId="Web-{DC526690-D448-482C-A24A-9CB79CF2235C}" dt="2024-03-15T11:12:16.438" v="100"/>
          <ac:spMkLst>
            <pc:docMk/>
            <pc:sldMk cId="3639468152" sldId="256"/>
            <ac:spMk id="7" creationId="{FBF32842-A923-1EC7-BF63-4FD46F7E7548}"/>
          </ac:spMkLst>
        </pc:spChg>
        <pc:graphicFrameChg chg="mod modGraphic">
          <ac:chgData name="Toluwalope .T. Fasooto" userId="" providerId="" clId="Web-{DC526690-D448-482C-A24A-9CB79CF2235C}" dt="2024-03-15T11:01:26.623" v="74"/>
          <ac:graphicFrameMkLst>
            <pc:docMk/>
            <pc:sldMk cId="3639468152" sldId="256"/>
            <ac:graphicFrameMk id="5" creationId="{7E29E714-C9BE-8C6B-A294-6BBBCD1AD509}"/>
          </ac:graphicFrameMkLst>
        </pc:graphicFrameChg>
      </pc:sldChg>
    </pc:docChg>
  </pc:docChgLst>
  <pc:docChgLst>
    <pc:chgData name="johnny ladinig" clId="Web-{ABD37960-6816-476D-B660-EDD95FC4642B}"/>
    <pc:docChg chg="modSld">
      <pc:chgData name="johnny ladinig" userId="" providerId="" clId="Web-{ABD37960-6816-476D-B660-EDD95FC4642B}" dt="2024-04-03T06:27:05.777" v="10"/>
      <pc:docMkLst>
        <pc:docMk/>
      </pc:docMkLst>
      <pc:sldChg chg="delSp modSp">
        <pc:chgData name="johnny ladinig" userId="" providerId="" clId="Web-{ABD37960-6816-476D-B660-EDD95FC4642B}" dt="2024-04-03T06:27:05.777" v="10"/>
        <pc:sldMkLst>
          <pc:docMk/>
          <pc:sldMk cId="469454825" sldId="279"/>
        </pc:sldMkLst>
        <pc:graphicFrameChg chg="mod modGraphic">
          <ac:chgData name="johnny ladinig" userId="" providerId="" clId="Web-{ABD37960-6816-476D-B660-EDD95FC4642B}" dt="2024-04-03T06:27:00.620" v="9"/>
          <ac:graphicFrameMkLst>
            <pc:docMk/>
            <pc:sldMk cId="469454825" sldId="279"/>
            <ac:graphicFrameMk id="6" creationId="{AE723095-3091-359A-59BA-B56BE0AF7510}"/>
          </ac:graphicFrameMkLst>
        </pc:graphicFrameChg>
        <pc:picChg chg="del">
          <ac:chgData name="johnny ladinig" userId="" providerId="" clId="Web-{ABD37960-6816-476D-B660-EDD95FC4642B}" dt="2024-04-03T06:27:05.777" v="10"/>
          <ac:picMkLst>
            <pc:docMk/>
            <pc:sldMk cId="469454825" sldId="279"/>
            <ac:picMk id="18" creationId="{0873E13F-D9AB-477F-6087-10F6381FF522}"/>
          </ac:picMkLst>
        </pc:picChg>
      </pc:sldChg>
    </pc:docChg>
  </pc:docChgLst>
  <pc:docChgLst>
    <pc:chgData name="Toluwalope .T. Fasooto" clId="Web-{CAA7670E-FBB5-48FB-8AD5-787FF6BB8B2E}"/>
    <pc:docChg chg="modSld">
      <pc:chgData name="Toluwalope .T. Fasooto" userId="" providerId="" clId="Web-{CAA7670E-FBB5-48FB-8AD5-787FF6BB8B2E}" dt="2024-03-15T11:16:09.093" v="10"/>
      <pc:docMkLst>
        <pc:docMk/>
      </pc:docMkLst>
      <pc:sldChg chg="addSp modSp">
        <pc:chgData name="Toluwalope .T. Fasooto" userId="" providerId="" clId="Web-{CAA7670E-FBB5-48FB-8AD5-787FF6BB8B2E}" dt="2024-03-15T11:16:09.093" v="10"/>
        <pc:sldMkLst>
          <pc:docMk/>
          <pc:sldMk cId="3639468152" sldId="256"/>
        </pc:sldMkLst>
        <pc:spChg chg="add mod">
          <ac:chgData name="Toluwalope .T. Fasooto" userId="" providerId="" clId="Web-{CAA7670E-FBB5-48FB-8AD5-787FF6BB8B2E}" dt="2024-03-15T11:14:46.715" v="3" actId="14100"/>
          <ac:spMkLst>
            <pc:docMk/>
            <pc:sldMk cId="3639468152" sldId="256"/>
            <ac:spMk id="4" creationId="{E6E4D340-9A9A-4A4A-32ED-F4BA1FA2D3AC}"/>
          </ac:spMkLst>
        </pc:spChg>
        <pc:spChg chg="add mod">
          <ac:chgData name="Toluwalope .T. Fasooto" userId="" providerId="" clId="Web-{CAA7670E-FBB5-48FB-8AD5-787FF6BB8B2E}" dt="2024-03-15T11:15:31.608" v="7" actId="14100"/>
          <ac:spMkLst>
            <pc:docMk/>
            <pc:sldMk cId="3639468152" sldId="256"/>
            <ac:spMk id="6" creationId="{480AB85F-8C51-E4B2-AAEC-8EE69C0B0150}"/>
          </ac:spMkLst>
        </pc:spChg>
        <pc:spChg chg="add mod">
          <ac:chgData name="Toluwalope .T. Fasooto" userId="" providerId="" clId="Web-{CAA7670E-FBB5-48FB-8AD5-787FF6BB8B2E}" dt="2024-03-15T11:16:09.093" v="10"/>
          <ac:spMkLst>
            <pc:docMk/>
            <pc:sldMk cId="3639468152" sldId="256"/>
            <ac:spMk id="7" creationId="{3377FFB0-29DC-1B30-219F-F3F0C902C2BB}"/>
          </ac:spMkLst>
        </pc:spChg>
      </pc:sldChg>
    </pc:docChg>
  </pc:docChgLst>
  <pc:docChgLst>
    <pc:chgData name="Nilesh Raut" clId="Web-{19BDA2C0-C407-43B9-A921-CC67BC6F36BB}"/>
    <pc:docChg chg="modSld">
      <pc:chgData name="Nilesh Raut" userId="" providerId="" clId="Web-{19BDA2C0-C407-43B9-A921-CC67BC6F36BB}" dt="2024-04-17T14:02:20.481" v="2"/>
      <pc:docMkLst>
        <pc:docMk/>
      </pc:docMkLst>
      <pc:sldChg chg="modSp">
        <pc:chgData name="Nilesh Raut" userId="" providerId="" clId="Web-{19BDA2C0-C407-43B9-A921-CC67BC6F36BB}" dt="2024-04-17T14:02:08.559" v="1"/>
        <pc:sldMkLst>
          <pc:docMk/>
          <pc:sldMk cId="469454825" sldId="279"/>
        </pc:sldMkLst>
        <pc:graphicFrameChg chg="mod modGraphic">
          <ac:chgData name="Nilesh Raut" userId="" providerId="" clId="Web-{19BDA2C0-C407-43B9-A921-CC67BC6F36BB}" dt="2024-04-17T14:02:08.559" v="1"/>
          <ac:graphicFrameMkLst>
            <pc:docMk/>
            <pc:sldMk cId="469454825" sldId="279"/>
            <ac:graphicFrameMk id="6" creationId="{AE723095-3091-359A-59BA-B56BE0AF7510}"/>
          </ac:graphicFrameMkLst>
        </pc:graphicFrameChg>
      </pc:sldChg>
      <pc:sldChg chg="modSp">
        <pc:chgData name="Nilesh Raut" userId="" providerId="" clId="Web-{19BDA2C0-C407-43B9-A921-CC67BC6F36BB}" dt="2024-04-17T14:02:20.481" v="2"/>
        <pc:sldMkLst>
          <pc:docMk/>
          <pc:sldMk cId="1944333140" sldId="280"/>
        </pc:sldMkLst>
        <pc:graphicFrameChg chg="mod modGraphic">
          <ac:chgData name="Nilesh Raut" userId="" providerId="" clId="Web-{19BDA2C0-C407-43B9-A921-CC67BC6F36BB}" dt="2024-04-17T14:02:20.481" v="2"/>
          <ac:graphicFrameMkLst>
            <pc:docMk/>
            <pc:sldMk cId="1944333140" sldId="280"/>
            <ac:graphicFrameMk id="6" creationId="{AE723095-3091-359A-59BA-B56BE0AF7510}"/>
          </ac:graphicFrameMkLst>
        </pc:graphicFrameChg>
      </pc:sldChg>
    </pc:docChg>
  </pc:docChgLst>
  <pc:docChgLst>
    <pc:chgData name="kiyoshi nakaharu" userId="twgwQ043xADl+4Q0TXqeuRohD74YTumju1XnmG19UzE=" providerId="None" clId="Web-{79A80D10-78D7-43BE-B07D-6DBBE7ED4D5D}"/>
    <pc:docChg chg="modSld">
      <pc:chgData name="kiyoshi nakaharu" userId="twgwQ043xADl+4Q0TXqeuRohD74YTumju1XnmG19UzE=" providerId="None" clId="Web-{79A80D10-78D7-43BE-B07D-6DBBE7ED4D5D}" dt="2025-03-06T13:23:52.710" v="1"/>
      <pc:docMkLst>
        <pc:docMk/>
      </pc:docMkLst>
      <pc:sldChg chg="modSp">
        <pc:chgData name="kiyoshi nakaharu" userId="twgwQ043xADl+4Q0TXqeuRohD74YTumju1XnmG19UzE=" providerId="None" clId="Web-{79A80D10-78D7-43BE-B07D-6DBBE7ED4D5D}" dt="2025-03-06T13:23:52.710" v="1"/>
        <pc:sldMkLst>
          <pc:docMk/>
          <pc:sldMk cId="469454825" sldId="279"/>
        </pc:sldMkLst>
        <pc:graphicFrameChg chg="mod modGraphic">
          <ac:chgData name="kiyoshi nakaharu" userId="twgwQ043xADl+4Q0TXqeuRohD74YTumju1XnmG19UzE=" providerId="None" clId="Web-{79A80D10-78D7-43BE-B07D-6DBBE7ED4D5D}" dt="2025-03-06T13:23:52.710" v="1"/>
          <ac:graphicFrameMkLst>
            <pc:docMk/>
            <pc:sldMk cId="469454825" sldId="279"/>
            <ac:graphicFrameMk id="6" creationId="{AE723095-3091-359A-59BA-B56BE0AF7510}"/>
          </ac:graphicFrameMkLst>
        </pc:graphicFrameChg>
      </pc:sldChg>
    </pc:docChg>
  </pc:docChgLst>
  <pc:docChgLst>
    <pc:chgData name="Satyankar" clId="Web-{8976D8AC-CBA6-40A2-9540-AEC4B9B9ABAA}"/>
    <pc:docChg chg="delSld modSld">
      <pc:chgData name="Satyankar" userId="" providerId="" clId="Web-{8976D8AC-CBA6-40A2-9540-AEC4B9B9ABAA}" dt="2024-05-12T18:54:51.939" v="387"/>
      <pc:docMkLst>
        <pc:docMk/>
      </pc:docMkLst>
      <pc:sldChg chg="del">
        <pc:chgData name="Satyankar" userId="" providerId="" clId="Web-{8976D8AC-CBA6-40A2-9540-AEC4B9B9ABAA}" dt="2024-05-12T18:22:52.157" v="138"/>
        <pc:sldMkLst>
          <pc:docMk/>
          <pc:sldMk cId="3639468152" sldId="256"/>
        </pc:sldMkLst>
      </pc:sldChg>
      <pc:sldChg chg="delSp modSp">
        <pc:chgData name="Satyankar" userId="" providerId="" clId="Web-{8976D8AC-CBA6-40A2-9540-AEC4B9B9ABAA}" dt="2024-05-12T18:54:51.939" v="387"/>
        <pc:sldMkLst>
          <pc:docMk/>
          <pc:sldMk cId="469454825" sldId="279"/>
        </pc:sldMkLst>
        <pc:spChg chg="del">
          <ac:chgData name="Satyankar" userId="" providerId="" clId="Web-{8976D8AC-CBA6-40A2-9540-AEC4B9B9ABAA}" dt="2024-05-12T18:11:40.290" v="0"/>
          <ac:spMkLst>
            <pc:docMk/>
            <pc:sldMk cId="469454825" sldId="279"/>
            <ac:spMk id="4" creationId="{DE740242-A028-CC6D-9D96-589BC0B7FEA4}"/>
          </ac:spMkLst>
        </pc:spChg>
        <pc:spChg chg="del mod">
          <ac:chgData name="Satyankar" userId="" providerId="" clId="Web-{8976D8AC-CBA6-40A2-9540-AEC4B9B9ABAA}" dt="2024-05-12T18:11:54.868" v="6"/>
          <ac:spMkLst>
            <pc:docMk/>
            <pc:sldMk cId="469454825" sldId="279"/>
            <ac:spMk id="7" creationId="{8D4C21C1-08CF-7E4E-FBDC-D2B2B6F07BFF}"/>
          </ac:spMkLst>
        </pc:spChg>
        <pc:spChg chg="del">
          <ac:chgData name="Satyankar" userId="" providerId="" clId="Web-{8976D8AC-CBA6-40A2-9540-AEC4B9B9ABAA}" dt="2024-05-12T18:12:01.837" v="9"/>
          <ac:spMkLst>
            <pc:docMk/>
            <pc:sldMk cId="469454825" sldId="279"/>
            <ac:spMk id="10" creationId="{2D5B404E-F519-3A26-B5D7-0DE20A3FC394}"/>
          </ac:spMkLst>
        </pc:spChg>
        <pc:spChg chg="del">
          <ac:chgData name="Satyankar" userId="" providerId="" clId="Web-{8976D8AC-CBA6-40A2-9540-AEC4B9B9ABAA}" dt="2024-05-12T18:12:05.180" v="11"/>
          <ac:spMkLst>
            <pc:docMk/>
            <pc:sldMk cId="469454825" sldId="279"/>
            <ac:spMk id="11" creationId="{9C3B79F8-4322-EA5D-48D5-2CBDA6EF1E2C}"/>
          </ac:spMkLst>
        </pc:spChg>
        <pc:graphicFrameChg chg="mod modGraphic">
          <ac:chgData name="Satyankar" userId="" providerId="" clId="Web-{8976D8AC-CBA6-40A2-9540-AEC4B9B9ABAA}" dt="2024-05-12T18:54:51.939" v="387"/>
          <ac:graphicFrameMkLst>
            <pc:docMk/>
            <pc:sldMk cId="469454825" sldId="279"/>
            <ac:graphicFrameMk id="6" creationId="{AE723095-3091-359A-59BA-B56BE0AF7510}"/>
          </ac:graphicFrameMkLst>
        </pc:graphicFrameChg>
      </pc:sldChg>
      <pc:sldChg chg="del">
        <pc:chgData name="Satyankar" userId="" providerId="" clId="Web-{8976D8AC-CBA6-40A2-9540-AEC4B9B9ABAA}" dt="2024-05-12T18:17:27.652" v="127"/>
        <pc:sldMkLst>
          <pc:docMk/>
          <pc:sldMk cId="1944333140" sldId="280"/>
        </pc:sldMkLst>
      </pc:sldChg>
    </pc:docChg>
  </pc:docChgLst>
  <pc:docChgLst>
    <pc:chgData name="sanduni dissanayaka" clId="Web-{F77C2808-B870-4B9D-AB6F-21DE34B28383}"/>
    <pc:docChg chg="modSld">
      <pc:chgData name="sanduni dissanayaka" userId="" providerId="" clId="Web-{F77C2808-B870-4B9D-AB6F-21DE34B28383}" dt="2024-05-09T16:05:53.825" v="2" actId="20577"/>
      <pc:docMkLst>
        <pc:docMk/>
      </pc:docMkLst>
      <pc:sldChg chg="modSp">
        <pc:chgData name="sanduni dissanayaka" userId="" providerId="" clId="Web-{F77C2808-B870-4B9D-AB6F-21DE34B28383}" dt="2024-05-09T16:05:53.825" v="2" actId="20577"/>
        <pc:sldMkLst>
          <pc:docMk/>
          <pc:sldMk cId="469454825" sldId="279"/>
        </pc:sldMkLst>
        <pc:spChg chg="mod">
          <ac:chgData name="sanduni dissanayaka" userId="" providerId="" clId="Web-{F77C2808-B870-4B9D-AB6F-21DE34B28383}" dt="2024-05-09T16:05:53.825" v="2" actId="20577"/>
          <ac:spMkLst>
            <pc:docMk/>
            <pc:sldMk cId="469454825" sldId="279"/>
            <ac:spMk id="8" creationId="{813D86B1-3BA4-7984-5727-10A2978FCB2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7A66C-4D67-64C5-2E8C-8FB784DD3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5EB6C3-7574-C696-32D9-274C9CF03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28810-E953-6E85-C9B9-C94561FB9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B3A4-5884-420E-953C-911A729BD6EC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167AE-FD99-8CC5-4F48-AB5915B6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81C37-9806-431A-5900-C06FEC964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EA6B0-86C1-4E9B-9A09-801A686E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72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C5121-E258-13C5-725C-BAEB780EE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DBE13-9B1F-7264-CB41-DE7EEEE0A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69AB4-C27D-DF50-8939-CA3202575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B3A4-5884-420E-953C-911A729BD6EC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E763A-4F5A-0FD1-B9AE-CE175F017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35BE1-B901-A85E-5961-5886A1D0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EA6B0-86C1-4E9B-9A09-801A686E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2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6B4D2-BABA-6A91-5A2B-7DD87BB48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F6C8A-1C23-A70D-2BC4-CB608431B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894B1-63B4-339A-00AF-3AE6EF7F9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B3A4-5884-420E-953C-911A729BD6EC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6F04C-8479-313F-B80C-1DB350B3E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B8659-6C18-F61E-0E1C-827082E07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EA6B0-86C1-4E9B-9A09-801A686E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90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DD205-5B12-BA25-22AB-507ED4CE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C1A86-D7FE-2B36-BC18-29639AD85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8044A-65F4-0F6F-B8D4-CB7431D46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33D65-AC4E-406D-CC15-C1A3C20A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B3A4-5884-420E-953C-911A729BD6EC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B569A-8BCB-EDC5-CDCA-181A52486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E589C-FC5B-582E-EC96-5F5984FC5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EA6B0-86C1-4E9B-9A09-801A686E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67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FB66F-9A0C-585E-7A52-C96AF8139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E78DE-53C3-BAED-20C1-FA96D0F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A43639-5A87-5A62-38AD-C1D794B18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DB3B0-D683-D001-8F0A-C4F4650F2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9C1677-100B-9866-53AC-A1302F35F3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778959-0C8B-8D87-2249-CACF05DB0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B3A4-5884-420E-953C-911A729BD6EC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D7BE40-67BF-1197-3A2E-D2FB1465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E6C454-1FA9-2EFF-7AB0-88F4F045D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EA6B0-86C1-4E9B-9A09-801A686E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72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8F3F5-8A1A-70AD-50A9-87ABEBB75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10CD8D-6AE6-FDBF-70A6-D008591D7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B3A4-5884-420E-953C-911A729BD6EC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B3E6B2-4EFA-4A41-11FB-52A387A72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C0CC49-9350-79CA-A9A9-EDC736FF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EA6B0-86C1-4E9B-9A09-801A686E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39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97468F-81BF-FB51-086B-0F1C565D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B3A4-5884-420E-953C-911A729BD6EC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F8FE21-EBBB-4F56-ED9A-C4AAEE8DE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69F05-9D01-41C0-5039-FB2BCEC3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EA6B0-86C1-4E9B-9A09-801A686E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074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56431-ED5F-48FB-EEF4-5C270906E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0D37C-E5DA-EDB9-453C-67CF5B048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FDF82-6F27-B559-AFBE-F6735F829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6C343-2A05-0F33-8A44-0E43CAD1A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B3A4-5884-420E-953C-911A729BD6EC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3EDAE-6518-6F04-2633-248143E26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FECD4-C948-10D1-AA52-AA663BC6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EA6B0-86C1-4E9B-9A09-801A686E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06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C909-7A6F-6795-3B90-AADEB671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708E4C-9F7C-2DEB-C270-949CCBACF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59D45-66CD-3A43-2AAD-C5DA8AAC9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7B08C-4714-9473-B1C4-7426B5899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B3A4-5884-420E-953C-911A729BD6EC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1A414-1BA4-5639-7630-5C6645CF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E8AC6-B824-E64E-707D-902F97B2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EA6B0-86C1-4E9B-9A09-801A686E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0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000D9-2EBD-3E59-850D-8EE87EC4B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5928F1-4EA2-9200-1492-1C34FFDAC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48E7E-CECA-5874-D4B8-C885821F4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B3A4-5884-420E-953C-911A729BD6EC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61322-564F-D260-3A7C-DBF54047E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DC447-27BA-6E0A-94FB-41A49A9D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EA6B0-86C1-4E9B-9A09-801A686E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58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28AB78-23FC-9A4D-3B47-5ED008080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838CA-BCAB-17D5-C6FB-399631A6D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89A71-07CD-8C11-DD94-4EA1AF445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B3A4-5884-420E-953C-911A729BD6EC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8AD8D-6128-EE63-A6F1-AEE4B6CEA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FD7BC-CC6E-0EE3-2ADC-19CCD1A30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EA6B0-86C1-4E9B-9A09-801A686E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22AC40-D241-4352-7CAE-F065A2EA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59ACD8-6AC2-2B06-3363-E4492B37A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8476D-E0AB-1F98-AA55-3BC3D339F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5B3A4-5884-420E-953C-911A729BD6EC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9B050-38F8-B16B-84FB-A77AA0E28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FD373-D33A-E027-A801-E313388ED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EA6B0-86C1-4E9B-9A09-801A686E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2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723095-3091-359A-59BA-B56BE0AF7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057423"/>
              </p:ext>
            </p:extLst>
          </p:nvPr>
        </p:nvGraphicFramePr>
        <p:xfrm>
          <a:off x="-19050" y="0"/>
          <a:ext cx="12086042" cy="53996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7818">
                  <a:extLst>
                    <a:ext uri="{9D8B030D-6E8A-4147-A177-3AD203B41FA5}">
                      <a16:colId xmlns:a16="http://schemas.microsoft.com/office/drawing/2014/main" val="868023127"/>
                    </a:ext>
                  </a:extLst>
                </a:gridCol>
                <a:gridCol w="1314587">
                  <a:extLst>
                    <a:ext uri="{9D8B030D-6E8A-4147-A177-3AD203B41FA5}">
                      <a16:colId xmlns:a16="http://schemas.microsoft.com/office/drawing/2014/main" val="1260274649"/>
                    </a:ext>
                  </a:extLst>
                </a:gridCol>
                <a:gridCol w="1952002">
                  <a:extLst>
                    <a:ext uri="{9D8B030D-6E8A-4147-A177-3AD203B41FA5}">
                      <a16:colId xmlns:a16="http://schemas.microsoft.com/office/drawing/2014/main" val="792302452"/>
                    </a:ext>
                  </a:extLst>
                </a:gridCol>
                <a:gridCol w="1822486">
                  <a:extLst>
                    <a:ext uri="{9D8B030D-6E8A-4147-A177-3AD203B41FA5}">
                      <a16:colId xmlns:a16="http://schemas.microsoft.com/office/drawing/2014/main" val="3465058848"/>
                    </a:ext>
                  </a:extLst>
                </a:gridCol>
                <a:gridCol w="1756383">
                  <a:extLst>
                    <a:ext uri="{9D8B030D-6E8A-4147-A177-3AD203B41FA5}">
                      <a16:colId xmlns:a16="http://schemas.microsoft.com/office/drawing/2014/main" val="923839099"/>
                    </a:ext>
                  </a:extLst>
                </a:gridCol>
                <a:gridCol w="1756383">
                  <a:extLst>
                    <a:ext uri="{9D8B030D-6E8A-4147-A177-3AD203B41FA5}">
                      <a16:colId xmlns:a16="http://schemas.microsoft.com/office/drawing/2014/main" val="3764522809"/>
                    </a:ext>
                  </a:extLst>
                </a:gridCol>
                <a:gridCol w="1756383">
                  <a:extLst>
                    <a:ext uri="{9D8B030D-6E8A-4147-A177-3AD203B41FA5}">
                      <a16:colId xmlns:a16="http://schemas.microsoft.com/office/drawing/2014/main" val="2008146312"/>
                    </a:ext>
                  </a:extLst>
                </a:gridCol>
              </a:tblGrid>
              <a:tr h="82567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7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July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785A"/>
                    </a:solidFill>
                  </a:tcPr>
                </a:tc>
                <a:tc>
                  <a:txBody>
                    <a:bodyPr/>
                    <a:lstStyle/>
                    <a:p>
                      <a:pPr lvl="1" algn="just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August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rgbClr val="E4785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September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rgbClr val="E4785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October</a:t>
                      </a:r>
                    </a:p>
                  </a:txBody>
                  <a:tcPr anchor="ctr">
                    <a:lnL w="19050">
                      <a:solidFill>
                        <a:schemeClr val="bg2">
                          <a:lumMod val="10000"/>
                        </a:schemeClr>
                      </a:solidFill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rgbClr val="E4785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November</a:t>
                      </a:r>
                    </a:p>
                  </a:txBody>
                  <a:tcPr anchor="ctr">
                    <a:lnL w="19050">
                      <a:solidFill>
                        <a:schemeClr val="bg2">
                          <a:lumMod val="10000"/>
                        </a:schemeClr>
                      </a:solidFill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rgbClr val="E4785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December</a:t>
                      </a:r>
                    </a:p>
                  </a:txBody>
                  <a:tcPr anchor="ctr">
                    <a:lnL w="19050">
                      <a:solidFill>
                        <a:schemeClr val="bg2">
                          <a:lumMod val="10000"/>
                        </a:schemeClr>
                      </a:solidFill>
                    </a:lnL>
                    <a:lnR w="19050">
                      <a:solidFill>
                        <a:schemeClr val="bg2">
                          <a:lumMod val="10000"/>
                        </a:schemeClr>
                      </a:solidFill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rgbClr val="E47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223294"/>
                  </a:ext>
                </a:extLst>
              </a:tr>
              <a:tr h="537344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</a:rPr>
                        <a:t>Synopsis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F5ED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chemeClr val="bg2">
                          <a:lumMod val="10000"/>
                        </a:schemeClr>
                      </a:solidFill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833768"/>
                  </a:ext>
                </a:extLst>
              </a:tr>
              <a:tr h="83878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</a:rPr>
                        <a:t>Project Finalization ppt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F5ED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>
                      <a:solidFill>
                        <a:schemeClr val="bg2">
                          <a:lumMod val="10000"/>
                        </a:schemeClr>
                      </a:solidFill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>
                      <a:solidFill>
                        <a:schemeClr val="bg2">
                          <a:lumMod val="10000"/>
                        </a:schemeClr>
                      </a:solidFill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>
                      <a:solidFill>
                        <a:schemeClr val="bg2">
                          <a:lumMod val="10000"/>
                        </a:schemeClr>
                      </a:solidFill>
                    </a:lnL>
                    <a:lnR w="19050">
                      <a:solidFill>
                        <a:schemeClr val="bg2">
                          <a:lumMod val="10000"/>
                        </a:schemeClr>
                      </a:solidFill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169444"/>
                  </a:ext>
                </a:extLst>
              </a:tr>
              <a:tr h="537344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</a:rPr>
                        <a:t>Report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F5ED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858364"/>
                  </a:ext>
                </a:extLst>
              </a:tr>
              <a:tr h="83878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</a:rPr>
                        <a:t>60-70% Workable Project</a:t>
                      </a:r>
                      <a:endParaRPr lang="en-US" sz="1400" b="1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F5ED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490718"/>
                  </a:ext>
                </a:extLst>
              </a:tr>
              <a:tr h="91741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</a:rPr>
                        <a:t>100% Workable Project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F5ED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832218"/>
                  </a:ext>
                </a:extLst>
              </a:tr>
              <a:tr h="90431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</a:rPr>
                        <a:t>Final Report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F5ED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bg2">
                          <a:lumMod val="10000"/>
                        </a:schemeClr>
                      </a:solidFill>
                    </a:lnT>
                    <a:lnB w="19050">
                      <a:solidFill>
                        <a:schemeClr val="bg2">
                          <a:lumMod val="1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807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9454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120</Words>
  <Application>Microsoft Office PowerPoint</Application>
  <PresentationFormat>Widescreen</PresentationFormat>
  <Paragraphs>95</Paragraphs>
  <Slides>1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 Rehman</dc:creator>
  <cp:lastModifiedBy>Abdul Rehman</cp:lastModifiedBy>
  <cp:revision>796</cp:revision>
  <dcterms:created xsi:type="dcterms:W3CDTF">2023-10-13T10:50:21Z</dcterms:created>
  <dcterms:modified xsi:type="dcterms:W3CDTF">2025-06-20T01:48:58Z</dcterms:modified>
</cp:coreProperties>
</file>